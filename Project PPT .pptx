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4185" r:id="rId2"/>
  </p:sldMasterIdLst>
  <p:notesMasterIdLst>
    <p:notesMasterId r:id="rId28"/>
  </p:notesMasterIdLst>
  <p:sldIdLst>
    <p:sldId id="369" r:id="rId3"/>
    <p:sldId id="396" r:id="rId4"/>
    <p:sldId id="298" r:id="rId5"/>
    <p:sldId id="300" r:id="rId6"/>
    <p:sldId id="423" r:id="rId7"/>
    <p:sldId id="424" r:id="rId8"/>
    <p:sldId id="400" r:id="rId9"/>
    <p:sldId id="425" r:id="rId10"/>
    <p:sldId id="397" r:id="rId11"/>
    <p:sldId id="418" r:id="rId12"/>
    <p:sldId id="421" r:id="rId13"/>
    <p:sldId id="422" r:id="rId14"/>
    <p:sldId id="419" r:id="rId15"/>
    <p:sldId id="420" r:id="rId16"/>
    <p:sldId id="426" r:id="rId17"/>
    <p:sldId id="427" r:id="rId18"/>
    <p:sldId id="428" r:id="rId19"/>
    <p:sldId id="429" r:id="rId20"/>
    <p:sldId id="433" r:id="rId21"/>
    <p:sldId id="434" r:id="rId22"/>
    <p:sldId id="435" r:id="rId23"/>
    <p:sldId id="431" r:id="rId24"/>
    <p:sldId id="432" r:id="rId25"/>
    <p:sldId id="402" r:id="rId26"/>
    <p:sldId id="401" r:id="rId27"/>
  </p:sldIdLst>
  <p:sldSz cx="12192000" cy="6858000"/>
  <p:notesSz cx="6735763" cy="9866313"/>
  <p:defaultTextStyle>
    <a:defPPr>
      <a:defRPr lang="en-US"/>
    </a:defPPr>
    <a:lvl1pPr algn="l" rtl="0" eaLnBrk="0" fontAlgn="base" hangingPunct="0">
      <a:spcBef>
        <a:spcPct val="0"/>
      </a:spcBef>
      <a:spcAft>
        <a:spcPct val="0"/>
      </a:spcAft>
      <a:defRPr kern="1200">
        <a:solidFill>
          <a:schemeClr val="tx1"/>
        </a:solidFill>
        <a:latin typeface="Bookman Old Style" panose="02050604050505020204" pitchFamily="18" charset="0"/>
        <a:ea typeface="+mn-ea"/>
        <a:cs typeface="+mn-cs"/>
      </a:defRPr>
    </a:lvl1pPr>
    <a:lvl2pPr marL="457200" algn="l" rtl="0" eaLnBrk="0" fontAlgn="base" hangingPunct="0">
      <a:spcBef>
        <a:spcPct val="0"/>
      </a:spcBef>
      <a:spcAft>
        <a:spcPct val="0"/>
      </a:spcAft>
      <a:defRPr kern="1200">
        <a:solidFill>
          <a:schemeClr val="tx1"/>
        </a:solidFill>
        <a:latin typeface="Bookman Old Style" panose="02050604050505020204" pitchFamily="18" charset="0"/>
        <a:ea typeface="+mn-ea"/>
        <a:cs typeface="+mn-cs"/>
      </a:defRPr>
    </a:lvl2pPr>
    <a:lvl3pPr marL="914400" algn="l" rtl="0" eaLnBrk="0" fontAlgn="base" hangingPunct="0">
      <a:spcBef>
        <a:spcPct val="0"/>
      </a:spcBef>
      <a:spcAft>
        <a:spcPct val="0"/>
      </a:spcAft>
      <a:defRPr kern="1200">
        <a:solidFill>
          <a:schemeClr val="tx1"/>
        </a:solidFill>
        <a:latin typeface="Bookman Old Style" panose="02050604050505020204" pitchFamily="18" charset="0"/>
        <a:ea typeface="+mn-ea"/>
        <a:cs typeface="+mn-cs"/>
      </a:defRPr>
    </a:lvl3pPr>
    <a:lvl4pPr marL="1371600" algn="l" rtl="0" eaLnBrk="0" fontAlgn="base" hangingPunct="0">
      <a:spcBef>
        <a:spcPct val="0"/>
      </a:spcBef>
      <a:spcAft>
        <a:spcPct val="0"/>
      </a:spcAft>
      <a:defRPr kern="1200">
        <a:solidFill>
          <a:schemeClr val="tx1"/>
        </a:solidFill>
        <a:latin typeface="Bookman Old Style" panose="02050604050505020204" pitchFamily="18" charset="0"/>
        <a:ea typeface="+mn-ea"/>
        <a:cs typeface="+mn-cs"/>
      </a:defRPr>
    </a:lvl4pPr>
    <a:lvl5pPr marL="1828800" algn="l" rtl="0" eaLnBrk="0" fontAlgn="base" hangingPunct="0">
      <a:spcBef>
        <a:spcPct val="0"/>
      </a:spcBef>
      <a:spcAft>
        <a:spcPct val="0"/>
      </a:spcAft>
      <a:defRPr kern="1200">
        <a:solidFill>
          <a:schemeClr val="tx1"/>
        </a:solidFill>
        <a:latin typeface="Bookman Old Style" panose="02050604050505020204" pitchFamily="18" charset="0"/>
        <a:ea typeface="+mn-ea"/>
        <a:cs typeface="+mn-cs"/>
      </a:defRPr>
    </a:lvl5pPr>
    <a:lvl6pPr marL="2286000" algn="l" defTabSz="914400" rtl="0" eaLnBrk="1" latinLnBrk="0" hangingPunct="1">
      <a:defRPr kern="1200">
        <a:solidFill>
          <a:schemeClr val="tx1"/>
        </a:solidFill>
        <a:latin typeface="Bookman Old Style" panose="02050604050505020204" pitchFamily="18" charset="0"/>
        <a:ea typeface="+mn-ea"/>
        <a:cs typeface="+mn-cs"/>
      </a:defRPr>
    </a:lvl6pPr>
    <a:lvl7pPr marL="2743200" algn="l" defTabSz="914400" rtl="0" eaLnBrk="1" latinLnBrk="0" hangingPunct="1">
      <a:defRPr kern="1200">
        <a:solidFill>
          <a:schemeClr val="tx1"/>
        </a:solidFill>
        <a:latin typeface="Bookman Old Style" panose="02050604050505020204" pitchFamily="18" charset="0"/>
        <a:ea typeface="+mn-ea"/>
        <a:cs typeface="+mn-cs"/>
      </a:defRPr>
    </a:lvl7pPr>
    <a:lvl8pPr marL="3200400" algn="l" defTabSz="914400" rtl="0" eaLnBrk="1" latinLnBrk="0" hangingPunct="1">
      <a:defRPr kern="1200">
        <a:solidFill>
          <a:schemeClr val="tx1"/>
        </a:solidFill>
        <a:latin typeface="Bookman Old Style" panose="02050604050505020204" pitchFamily="18" charset="0"/>
        <a:ea typeface="+mn-ea"/>
        <a:cs typeface="+mn-cs"/>
      </a:defRPr>
    </a:lvl8pPr>
    <a:lvl9pPr marL="3657600" algn="l" defTabSz="914400" rtl="0" eaLnBrk="1" latinLnBrk="0" hangingPunct="1">
      <a:defRPr kern="1200">
        <a:solidFill>
          <a:schemeClr val="tx1"/>
        </a:solidFill>
        <a:latin typeface="Bookman Old Style" panose="020506040505050202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71" autoAdjust="0"/>
    <p:restoredTop sz="95126" autoAdjust="0"/>
  </p:normalViewPr>
  <p:slideViewPr>
    <p:cSldViewPr snapToGrid="0">
      <p:cViewPr varScale="1">
        <p:scale>
          <a:sx n="82" d="100"/>
          <a:sy n="82" d="100"/>
        </p:scale>
        <p:origin x="878"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133A988-BD27-6F92-4100-E638A32C8B01}"/>
              </a:ext>
            </a:extLst>
          </p:cNvPr>
          <p:cNvSpPr>
            <a:spLocks noGrp="1"/>
          </p:cNvSpPr>
          <p:nvPr>
            <p:ph type="hdr" sz="quarter"/>
          </p:nvPr>
        </p:nvSpPr>
        <p:spPr>
          <a:xfrm>
            <a:off x="0" y="0"/>
            <a:ext cx="2919413" cy="4953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F5A23B0E-21AC-C2B1-24B8-73E3CD96936C}"/>
              </a:ext>
            </a:extLst>
          </p:cNvPr>
          <p:cNvSpPr>
            <a:spLocks noGrp="1"/>
          </p:cNvSpPr>
          <p:nvPr>
            <p:ph type="dt" idx="1"/>
          </p:nvPr>
        </p:nvSpPr>
        <p:spPr>
          <a:xfrm>
            <a:off x="3814763" y="0"/>
            <a:ext cx="2919412" cy="4953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D23EDE19-EBBA-4D13-80C1-8AA3DE55CA63}" type="datetimeFigureOut">
              <a:rPr lang="en-US"/>
              <a:pPr>
                <a:defRPr/>
              </a:pPr>
              <a:t>5/2/2025</a:t>
            </a:fld>
            <a:endParaRPr lang="en-US"/>
          </a:p>
        </p:txBody>
      </p:sp>
      <p:sp>
        <p:nvSpPr>
          <p:cNvPr id="4" name="Slide Image Placeholder 3">
            <a:extLst>
              <a:ext uri="{FF2B5EF4-FFF2-40B4-BE49-F238E27FC236}">
                <a16:creationId xmlns:a16="http://schemas.microsoft.com/office/drawing/2014/main" id="{1AC11658-211C-53E4-43F4-94E20D291984}"/>
              </a:ext>
            </a:extLst>
          </p:cNvPr>
          <p:cNvSpPr>
            <a:spLocks noGrp="1" noRot="1" noChangeAspect="1"/>
          </p:cNvSpPr>
          <p:nvPr>
            <p:ph type="sldImg" idx="2"/>
          </p:nvPr>
        </p:nvSpPr>
        <p:spPr>
          <a:xfrm>
            <a:off x="409575" y="1233488"/>
            <a:ext cx="5916613" cy="33289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33B97FFE-F1BC-9383-CC70-A7F857488E63}"/>
              </a:ext>
            </a:extLst>
          </p:cNvPr>
          <p:cNvSpPr>
            <a:spLocks noGrp="1"/>
          </p:cNvSpPr>
          <p:nvPr>
            <p:ph type="body" sz="quarter" idx="3"/>
          </p:nvPr>
        </p:nvSpPr>
        <p:spPr>
          <a:xfrm>
            <a:off x="673100" y="4748213"/>
            <a:ext cx="5389563" cy="3884612"/>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72B9B11-CB03-E78C-1EB1-5505729B394F}"/>
              </a:ext>
            </a:extLst>
          </p:cNvPr>
          <p:cNvSpPr>
            <a:spLocks noGrp="1"/>
          </p:cNvSpPr>
          <p:nvPr>
            <p:ph type="ftr" sz="quarter" idx="4"/>
          </p:nvPr>
        </p:nvSpPr>
        <p:spPr>
          <a:xfrm>
            <a:off x="0" y="9371013"/>
            <a:ext cx="2919413" cy="4953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6813B3D1-2CDA-FC14-A161-4F2F646559C6}"/>
              </a:ext>
            </a:extLst>
          </p:cNvPr>
          <p:cNvSpPr>
            <a:spLocks noGrp="1"/>
          </p:cNvSpPr>
          <p:nvPr>
            <p:ph type="sldNum" sz="quarter" idx="5"/>
          </p:nvPr>
        </p:nvSpPr>
        <p:spPr>
          <a:xfrm>
            <a:off x="3814763" y="9371013"/>
            <a:ext cx="2919412" cy="4953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1B624FB3-6440-4D45-89CE-9E19513B956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42C5A8E6-6333-8177-AB26-1F28E205BAD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099FAFE5-77CA-79A1-E52F-64B5308253A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19460" name="Slide Number Placeholder 3">
            <a:extLst>
              <a:ext uri="{FF2B5EF4-FFF2-40B4-BE49-F238E27FC236}">
                <a16:creationId xmlns:a16="http://schemas.microsoft.com/office/drawing/2014/main" id="{A5B7454F-B98D-154E-3360-40C2B4AB0B2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Bookman Old Style" panose="02050604050505020204" pitchFamily="18" charset="0"/>
              </a:defRPr>
            </a:lvl1pPr>
            <a:lvl2pPr marL="742950" indent="-285750">
              <a:defRPr>
                <a:solidFill>
                  <a:schemeClr val="tx1"/>
                </a:solidFill>
                <a:latin typeface="Bookman Old Style" panose="02050604050505020204" pitchFamily="18" charset="0"/>
              </a:defRPr>
            </a:lvl2pPr>
            <a:lvl3pPr marL="1143000" indent="-228600">
              <a:defRPr>
                <a:solidFill>
                  <a:schemeClr val="tx1"/>
                </a:solidFill>
                <a:latin typeface="Bookman Old Style" panose="02050604050505020204" pitchFamily="18" charset="0"/>
              </a:defRPr>
            </a:lvl3pPr>
            <a:lvl4pPr marL="1600200" indent="-228600">
              <a:defRPr>
                <a:solidFill>
                  <a:schemeClr val="tx1"/>
                </a:solidFill>
                <a:latin typeface="Bookman Old Style" panose="02050604050505020204" pitchFamily="18" charset="0"/>
              </a:defRPr>
            </a:lvl4pPr>
            <a:lvl5pPr marL="2057400" indent="-228600">
              <a:defRPr>
                <a:solidFill>
                  <a:schemeClr val="tx1"/>
                </a:solidFill>
                <a:latin typeface="Bookman Old Style" panose="02050604050505020204" pitchFamily="18" charset="0"/>
              </a:defRPr>
            </a:lvl5pPr>
            <a:lvl6pPr marL="2514600" indent="-228600" eaLnBrk="0" fontAlgn="base" hangingPunct="0">
              <a:spcBef>
                <a:spcPct val="0"/>
              </a:spcBef>
              <a:spcAft>
                <a:spcPct val="0"/>
              </a:spcAft>
              <a:defRPr>
                <a:solidFill>
                  <a:schemeClr val="tx1"/>
                </a:solidFill>
                <a:latin typeface="Bookman Old Style" panose="02050604050505020204" pitchFamily="18" charset="0"/>
              </a:defRPr>
            </a:lvl6pPr>
            <a:lvl7pPr marL="2971800" indent="-228600" eaLnBrk="0" fontAlgn="base" hangingPunct="0">
              <a:spcBef>
                <a:spcPct val="0"/>
              </a:spcBef>
              <a:spcAft>
                <a:spcPct val="0"/>
              </a:spcAft>
              <a:defRPr>
                <a:solidFill>
                  <a:schemeClr val="tx1"/>
                </a:solidFill>
                <a:latin typeface="Bookman Old Style" panose="02050604050505020204" pitchFamily="18" charset="0"/>
              </a:defRPr>
            </a:lvl7pPr>
            <a:lvl8pPr marL="3429000" indent="-228600" eaLnBrk="0" fontAlgn="base" hangingPunct="0">
              <a:spcBef>
                <a:spcPct val="0"/>
              </a:spcBef>
              <a:spcAft>
                <a:spcPct val="0"/>
              </a:spcAft>
              <a:defRPr>
                <a:solidFill>
                  <a:schemeClr val="tx1"/>
                </a:solidFill>
                <a:latin typeface="Bookman Old Style" panose="02050604050505020204" pitchFamily="18" charset="0"/>
              </a:defRPr>
            </a:lvl8pPr>
            <a:lvl9pPr marL="3886200" indent="-228600" eaLnBrk="0" fontAlgn="base" hangingPunct="0">
              <a:spcBef>
                <a:spcPct val="0"/>
              </a:spcBef>
              <a:spcAft>
                <a:spcPct val="0"/>
              </a:spcAft>
              <a:defRPr>
                <a:solidFill>
                  <a:schemeClr val="tx1"/>
                </a:solidFill>
                <a:latin typeface="Bookman Old Style" panose="02050604050505020204" pitchFamily="18" charset="0"/>
              </a:defRPr>
            </a:lvl9pPr>
          </a:lstStyle>
          <a:p>
            <a:fld id="{3189FB25-4FE3-44E2-83CE-A1F92A6B6BF7}" type="slidenum">
              <a:rPr lang="en-US" altLang="en-US" smtClean="0">
                <a:latin typeface="Calibri" panose="020F0502020204030204" pitchFamily="34" charset="0"/>
              </a:rPr>
              <a:pPr/>
              <a:t>1</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A291AAC0-E9C9-97B4-8083-EF50D235D0C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0DF70344-2711-DC53-DDA9-607EF0994C2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1508" name="Slide Number Placeholder 3">
            <a:extLst>
              <a:ext uri="{FF2B5EF4-FFF2-40B4-BE49-F238E27FC236}">
                <a16:creationId xmlns:a16="http://schemas.microsoft.com/office/drawing/2014/main" id="{6A6BA97F-6315-6886-FBAC-0657B136D75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Bookman Old Style" panose="02050604050505020204" pitchFamily="18" charset="0"/>
              </a:defRPr>
            </a:lvl1pPr>
            <a:lvl2pPr marL="742950" indent="-285750">
              <a:defRPr>
                <a:solidFill>
                  <a:schemeClr val="tx1"/>
                </a:solidFill>
                <a:latin typeface="Bookman Old Style" panose="02050604050505020204" pitchFamily="18" charset="0"/>
              </a:defRPr>
            </a:lvl2pPr>
            <a:lvl3pPr marL="1143000" indent="-228600">
              <a:defRPr>
                <a:solidFill>
                  <a:schemeClr val="tx1"/>
                </a:solidFill>
                <a:latin typeface="Bookman Old Style" panose="02050604050505020204" pitchFamily="18" charset="0"/>
              </a:defRPr>
            </a:lvl3pPr>
            <a:lvl4pPr marL="1600200" indent="-228600">
              <a:defRPr>
                <a:solidFill>
                  <a:schemeClr val="tx1"/>
                </a:solidFill>
                <a:latin typeface="Bookman Old Style" panose="02050604050505020204" pitchFamily="18" charset="0"/>
              </a:defRPr>
            </a:lvl4pPr>
            <a:lvl5pPr marL="2057400" indent="-228600">
              <a:defRPr>
                <a:solidFill>
                  <a:schemeClr val="tx1"/>
                </a:solidFill>
                <a:latin typeface="Bookman Old Style" panose="02050604050505020204" pitchFamily="18" charset="0"/>
              </a:defRPr>
            </a:lvl5pPr>
            <a:lvl6pPr marL="2514600" indent="-228600" eaLnBrk="0" fontAlgn="base" hangingPunct="0">
              <a:spcBef>
                <a:spcPct val="0"/>
              </a:spcBef>
              <a:spcAft>
                <a:spcPct val="0"/>
              </a:spcAft>
              <a:defRPr>
                <a:solidFill>
                  <a:schemeClr val="tx1"/>
                </a:solidFill>
                <a:latin typeface="Bookman Old Style" panose="02050604050505020204" pitchFamily="18" charset="0"/>
              </a:defRPr>
            </a:lvl6pPr>
            <a:lvl7pPr marL="2971800" indent="-228600" eaLnBrk="0" fontAlgn="base" hangingPunct="0">
              <a:spcBef>
                <a:spcPct val="0"/>
              </a:spcBef>
              <a:spcAft>
                <a:spcPct val="0"/>
              </a:spcAft>
              <a:defRPr>
                <a:solidFill>
                  <a:schemeClr val="tx1"/>
                </a:solidFill>
                <a:latin typeface="Bookman Old Style" panose="02050604050505020204" pitchFamily="18" charset="0"/>
              </a:defRPr>
            </a:lvl7pPr>
            <a:lvl8pPr marL="3429000" indent="-228600" eaLnBrk="0" fontAlgn="base" hangingPunct="0">
              <a:spcBef>
                <a:spcPct val="0"/>
              </a:spcBef>
              <a:spcAft>
                <a:spcPct val="0"/>
              </a:spcAft>
              <a:defRPr>
                <a:solidFill>
                  <a:schemeClr val="tx1"/>
                </a:solidFill>
                <a:latin typeface="Bookman Old Style" panose="02050604050505020204" pitchFamily="18" charset="0"/>
              </a:defRPr>
            </a:lvl8pPr>
            <a:lvl9pPr marL="3886200" indent="-228600" eaLnBrk="0" fontAlgn="base" hangingPunct="0">
              <a:spcBef>
                <a:spcPct val="0"/>
              </a:spcBef>
              <a:spcAft>
                <a:spcPct val="0"/>
              </a:spcAft>
              <a:defRPr>
                <a:solidFill>
                  <a:schemeClr val="tx1"/>
                </a:solidFill>
                <a:latin typeface="Bookman Old Style" panose="02050604050505020204" pitchFamily="18" charset="0"/>
              </a:defRPr>
            </a:lvl9pPr>
          </a:lstStyle>
          <a:p>
            <a:fld id="{A3A69F1C-4D88-42FF-AC37-BB4E516EB883}" type="slidenum">
              <a:rPr lang="en-US" altLang="en-US" smtClean="0">
                <a:latin typeface="Calibri" panose="020F0502020204030204" pitchFamily="34" charset="0"/>
              </a:rPr>
              <a:pPr/>
              <a:t>2</a:t>
            </a:fld>
            <a:endParaRPr lang="en-US"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D4F23DFC-B67E-F1D8-92F3-323CBEDE534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a:extLst>
              <a:ext uri="{FF2B5EF4-FFF2-40B4-BE49-F238E27FC236}">
                <a16:creationId xmlns:a16="http://schemas.microsoft.com/office/drawing/2014/main" id="{3924E6A1-3F3C-8212-85ED-A4DE6AD8AA1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23556" name="Slide Number Placeholder 3">
            <a:extLst>
              <a:ext uri="{FF2B5EF4-FFF2-40B4-BE49-F238E27FC236}">
                <a16:creationId xmlns:a16="http://schemas.microsoft.com/office/drawing/2014/main" id="{882A13EC-F151-B581-DAA7-4A7EC1A4AE1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Bookman Old Style" panose="02050604050505020204" pitchFamily="18" charset="0"/>
              </a:defRPr>
            </a:lvl1pPr>
            <a:lvl2pPr marL="742950" indent="-285750">
              <a:defRPr>
                <a:solidFill>
                  <a:schemeClr val="tx1"/>
                </a:solidFill>
                <a:latin typeface="Bookman Old Style" panose="02050604050505020204" pitchFamily="18" charset="0"/>
              </a:defRPr>
            </a:lvl2pPr>
            <a:lvl3pPr marL="1143000" indent="-228600">
              <a:defRPr>
                <a:solidFill>
                  <a:schemeClr val="tx1"/>
                </a:solidFill>
                <a:latin typeface="Bookman Old Style" panose="02050604050505020204" pitchFamily="18" charset="0"/>
              </a:defRPr>
            </a:lvl3pPr>
            <a:lvl4pPr marL="1600200" indent="-228600">
              <a:defRPr>
                <a:solidFill>
                  <a:schemeClr val="tx1"/>
                </a:solidFill>
                <a:latin typeface="Bookman Old Style" panose="02050604050505020204" pitchFamily="18" charset="0"/>
              </a:defRPr>
            </a:lvl4pPr>
            <a:lvl5pPr marL="2057400" indent="-228600">
              <a:defRPr>
                <a:solidFill>
                  <a:schemeClr val="tx1"/>
                </a:solidFill>
                <a:latin typeface="Bookman Old Style" panose="02050604050505020204" pitchFamily="18" charset="0"/>
              </a:defRPr>
            </a:lvl5pPr>
            <a:lvl6pPr marL="2514600" indent="-228600" eaLnBrk="0" fontAlgn="base" hangingPunct="0">
              <a:spcBef>
                <a:spcPct val="0"/>
              </a:spcBef>
              <a:spcAft>
                <a:spcPct val="0"/>
              </a:spcAft>
              <a:defRPr>
                <a:solidFill>
                  <a:schemeClr val="tx1"/>
                </a:solidFill>
                <a:latin typeface="Bookman Old Style" panose="02050604050505020204" pitchFamily="18" charset="0"/>
              </a:defRPr>
            </a:lvl6pPr>
            <a:lvl7pPr marL="2971800" indent="-228600" eaLnBrk="0" fontAlgn="base" hangingPunct="0">
              <a:spcBef>
                <a:spcPct val="0"/>
              </a:spcBef>
              <a:spcAft>
                <a:spcPct val="0"/>
              </a:spcAft>
              <a:defRPr>
                <a:solidFill>
                  <a:schemeClr val="tx1"/>
                </a:solidFill>
                <a:latin typeface="Bookman Old Style" panose="02050604050505020204" pitchFamily="18" charset="0"/>
              </a:defRPr>
            </a:lvl7pPr>
            <a:lvl8pPr marL="3429000" indent="-228600" eaLnBrk="0" fontAlgn="base" hangingPunct="0">
              <a:spcBef>
                <a:spcPct val="0"/>
              </a:spcBef>
              <a:spcAft>
                <a:spcPct val="0"/>
              </a:spcAft>
              <a:defRPr>
                <a:solidFill>
                  <a:schemeClr val="tx1"/>
                </a:solidFill>
                <a:latin typeface="Bookman Old Style" panose="02050604050505020204" pitchFamily="18" charset="0"/>
              </a:defRPr>
            </a:lvl8pPr>
            <a:lvl9pPr marL="3886200" indent="-228600" eaLnBrk="0" fontAlgn="base" hangingPunct="0">
              <a:spcBef>
                <a:spcPct val="0"/>
              </a:spcBef>
              <a:spcAft>
                <a:spcPct val="0"/>
              </a:spcAft>
              <a:defRPr>
                <a:solidFill>
                  <a:schemeClr val="tx1"/>
                </a:solidFill>
                <a:latin typeface="Bookman Old Style" panose="02050604050505020204" pitchFamily="18" charset="0"/>
              </a:defRPr>
            </a:lvl9pPr>
          </a:lstStyle>
          <a:p>
            <a:fld id="{888A22F6-04D1-4C83-8630-77D42CEC86A9}" type="slidenum">
              <a:rPr lang="en-US" altLang="en-US" smtClean="0">
                <a:latin typeface="Calibri" panose="020F0502020204030204" pitchFamily="34" charset="0"/>
              </a:rPr>
              <a:pPr/>
              <a:t>3</a:t>
            </a:fld>
            <a:endParaRPr lang="en-US" altLang="en-US">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FCC84545-9692-AEF2-0A65-F1751E2DB9F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id="{679D203E-71D3-52A0-FC6E-557D24CCB52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25604" name="Slide Number Placeholder 3">
            <a:extLst>
              <a:ext uri="{FF2B5EF4-FFF2-40B4-BE49-F238E27FC236}">
                <a16:creationId xmlns:a16="http://schemas.microsoft.com/office/drawing/2014/main" id="{55625DF1-90EF-8B99-CBA1-B3CAF6EB42B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Bookman Old Style" panose="02050604050505020204" pitchFamily="18" charset="0"/>
              </a:defRPr>
            </a:lvl1pPr>
            <a:lvl2pPr marL="742950" indent="-285750">
              <a:defRPr>
                <a:solidFill>
                  <a:schemeClr val="tx1"/>
                </a:solidFill>
                <a:latin typeface="Bookman Old Style" panose="02050604050505020204" pitchFamily="18" charset="0"/>
              </a:defRPr>
            </a:lvl2pPr>
            <a:lvl3pPr marL="1143000" indent="-228600">
              <a:defRPr>
                <a:solidFill>
                  <a:schemeClr val="tx1"/>
                </a:solidFill>
                <a:latin typeface="Bookman Old Style" panose="02050604050505020204" pitchFamily="18" charset="0"/>
              </a:defRPr>
            </a:lvl3pPr>
            <a:lvl4pPr marL="1600200" indent="-228600">
              <a:defRPr>
                <a:solidFill>
                  <a:schemeClr val="tx1"/>
                </a:solidFill>
                <a:latin typeface="Bookman Old Style" panose="02050604050505020204" pitchFamily="18" charset="0"/>
              </a:defRPr>
            </a:lvl4pPr>
            <a:lvl5pPr marL="2057400" indent="-228600">
              <a:defRPr>
                <a:solidFill>
                  <a:schemeClr val="tx1"/>
                </a:solidFill>
                <a:latin typeface="Bookman Old Style" panose="02050604050505020204" pitchFamily="18" charset="0"/>
              </a:defRPr>
            </a:lvl5pPr>
            <a:lvl6pPr marL="2514600" indent="-228600" eaLnBrk="0" fontAlgn="base" hangingPunct="0">
              <a:spcBef>
                <a:spcPct val="0"/>
              </a:spcBef>
              <a:spcAft>
                <a:spcPct val="0"/>
              </a:spcAft>
              <a:defRPr>
                <a:solidFill>
                  <a:schemeClr val="tx1"/>
                </a:solidFill>
                <a:latin typeface="Bookman Old Style" panose="02050604050505020204" pitchFamily="18" charset="0"/>
              </a:defRPr>
            </a:lvl6pPr>
            <a:lvl7pPr marL="2971800" indent="-228600" eaLnBrk="0" fontAlgn="base" hangingPunct="0">
              <a:spcBef>
                <a:spcPct val="0"/>
              </a:spcBef>
              <a:spcAft>
                <a:spcPct val="0"/>
              </a:spcAft>
              <a:defRPr>
                <a:solidFill>
                  <a:schemeClr val="tx1"/>
                </a:solidFill>
                <a:latin typeface="Bookman Old Style" panose="02050604050505020204" pitchFamily="18" charset="0"/>
              </a:defRPr>
            </a:lvl7pPr>
            <a:lvl8pPr marL="3429000" indent="-228600" eaLnBrk="0" fontAlgn="base" hangingPunct="0">
              <a:spcBef>
                <a:spcPct val="0"/>
              </a:spcBef>
              <a:spcAft>
                <a:spcPct val="0"/>
              </a:spcAft>
              <a:defRPr>
                <a:solidFill>
                  <a:schemeClr val="tx1"/>
                </a:solidFill>
                <a:latin typeface="Bookman Old Style" panose="02050604050505020204" pitchFamily="18" charset="0"/>
              </a:defRPr>
            </a:lvl8pPr>
            <a:lvl9pPr marL="3886200" indent="-228600" eaLnBrk="0" fontAlgn="base" hangingPunct="0">
              <a:spcBef>
                <a:spcPct val="0"/>
              </a:spcBef>
              <a:spcAft>
                <a:spcPct val="0"/>
              </a:spcAft>
              <a:defRPr>
                <a:solidFill>
                  <a:schemeClr val="tx1"/>
                </a:solidFill>
                <a:latin typeface="Bookman Old Style" panose="02050604050505020204" pitchFamily="18" charset="0"/>
              </a:defRPr>
            </a:lvl9pPr>
          </a:lstStyle>
          <a:p>
            <a:fld id="{DDD26C15-0B9C-4878-A96B-B7CAE43C8C66}" type="slidenum">
              <a:rPr lang="en-US" altLang="en-US" smtClean="0">
                <a:latin typeface="Calibri" panose="020F0502020204030204" pitchFamily="34" charset="0"/>
              </a:rPr>
              <a:pPr/>
              <a:t>4</a:t>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5" descr="Logo, company name&#10;&#10;Description automatically generated">
            <a:extLst>
              <a:ext uri="{FF2B5EF4-FFF2-40B4-BE49-F238E27FC236}">
                <a16:creationId xmlns:a16="http://schemas.microsoft.com/office/drawing/2014/main" id="{D572691C-4C20-953C-9E20-87FD28943E0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505450" y="20638"/>
            <a:ext cx="1181100"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a:extLst>
              <a:ext uri="{FF2B5EF4-FFF2-40B4-BE49-F238E27FC236}">
                <a16:creationId xmlns:a16="http://schemas.microsoft.com/office/drawing/2014/main" id="{90590B19-D728-374E-F588-20FB4A771F0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159375" y="5467350"/>
            <a:ext cx="2260600"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960563"/>
            <a:ext cx="9144000" cy="1277937"/>
          </a:xfrm>
        </p:spPr>
        <p:txBody>
          <a:bodyPr anchor="b">
            <a:normAutofit/>
          </a:bodyPr>
          <a:lstStyle>
            <a:lvl1pPr algn="ctr">
              <a:defRPr sz="36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033462"/>
          </a:xfrm>
        </p:spPr>
        <p:txBody>
          <a:bodyPr/>
          <a:lstStyle>
            <a:lvl1pPr marL="0" indent="0" algn="ct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Date Placeholder 3">
            <a:extLst>
              <a:ext uri="{FF2B5EF4-FFF2-40B4-BE49-F238E27FC236}">
                <a16:creationId xmlns:a16="http://schemas.microsoft.com/office/drawing/2014/main" id="{7C3DC25D-28D4-7419-7CCC-FEC990C8FA59}"/>
              </a:ext>
            </a:extLst>
          </p:cNvPr>
          <p:cNvSpPr>
            <a:spLocks noGrp="1"/>
          </p:cNvSpPr>
          <p:nvPr>
            <p:ph type="dt" sz="half" idx="10"/>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8AC6487A-6433-2514-3ED8-FAD28532DD23}"/>
              </a:ext>
            </a:extLst>
          </p:cNvPr>
          <p:cNvSpPr>
            <a:spLocks noGrp="1"/>
          </p:cNvSpPr>
          <p:nvPr>
            <p:ph type="ftr" sz="quarter" idx="11"/>
          </p:nvPr>
        </p:nvSpPr>
        <p:spPr/>
        <p:txBody>
          <a:bodyPr/>
          <a:lstStyle>
            <a:lvl1pPr>
              <a:defRPr/>
            </a:lvl1pPr>
          </a:lstStyle>
          <a:p>
            <a:pPr>
              <a:defRPr/>
            </a:pPr>
            <a:r>
              <a:rPr lang="en-US"/>
              <a:t>Computer Science and Engineering</a:t>
            </a:r>
          </a:p>
        </p:txBody>
      </p:sp>
      <p:sp>
        <p:nvSpPr>
          <p:cNvPr id="8" name="Slide Number Placeholder 5">
            <a:extLst>
              <a:ext uri="{FF2B5EF4-FFF2-40B4-BE49-F238E27FC236}">
                <a16:creationId xmlns:a16="http://schemas.microsoft.com/office/drawing/2014/main" id="{8CD90E26-03BF-8461-4437-B8AB3A024983}"/>
              </a:ext>
            </a:extLst>
          </p:cNvPr>
          <p:cNvSpPr>
            <a:spLocks noGrp="1"/>
          </p:cNvSpPr>
          <p:nvPr>
            <p:ph type="sldNum" sz="quarter" idx="12"/>
          </p:nvPr>
        </p:nvSpPr>
        <p:spPr/>
        <p:txBody>
          <a:bodyPr/>
          <a:lstStyle>
            <a:lvl1pPr>
              <a:defRPr/>
            </a:lvl1pPr>
          </a:lstStyle>
          <a:p>
            <a:pPr>
              <a:defRPr/>
            </a:pPr>
            <a:fld id="{B136E25F-C21C-4D5D-ADA7-950A062EE9F8}" type="slidenum">
              <a:rPr lang="en-US" altLang="en-US"/>
              <a:pPr>
                <a:defRPr/>
              </a:pPr>
              <a:t>‹#›</a:t>
            </a:fld>
            <a:endParaRPr lang="en-US" altLang="en-US"/>
          </a:p>
        </p:txBody>
      </p:sp>
    </p:spTree>
    <p:extLst>
      <p:ext uri="{BB962C8B-B14F-4D97-AF65-F5344CB8AC3E}">
        <p14:creationId xmlns:p14="http://schemas.microsoft.com/office/powerpoint/2010/main" val="248164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4" name="Group 4">
            <a:extLst>
              <a:ext uri="{FF2B5EF4-FFF2-40B4-BE49-F238E27FC236}">
                <a16:creationId xmlns:a16="http://schemas.microsoft.com/office/drawing/2014/main" id="{A4B645B7-0A1B-AA8D-61F1-2B6BC5DDB80C}"/>
              </a:ext>
            </a:extLst>
          </p:cNvPr>
          <p:cNvGrpSpPr>
            <a:grpSpLocks/>
          </p:cNvGrpSpPr>
          <p:nvPr userDrawn="1"/>
        </p:nvGrpSpPr>
        <p:grpSpPr bwMode="auto">
          <a:xfrm>
            <a:off x="7240588" y="6302375"/>
            <a:ext cx="4489450" cy="0"/>
            <a:chOff x="4619767" y="6168788"/>
            <a:chExt cx="7110271" cy="133587"/>
          </a:xfrm>
        </p:grpSpPr>
        <p:cxnSp>
          <p:nvCxnSpPr>
            <p:cNvPr id="5" name="Straight Connector 4">
              <a:extLst>
                <a:ext uri="{FF2B5EF4-FFF2-40B4-BE49-F238E27FC236}">
                  <a16:creationId xmlns:a16="http://schemas.microsoft.com/office/drawing/2014/main" id="{755FEEC1-43FC-3312-A2BD-9BA0B3C9D66B}"/>
                </a:ext>
              </a:extLst>
            </p:cNvPr>
            <p:cNvCxnSpPr>
              <a:cxnSpLocks/>
            </p:cNvCxnSpPr>
            <p:nvPr/>
          </p:nvCxnSpPr>
          <p:spPr>
            <a:xfrm>
              <a:off x="10988800" y="6302375"/>
              <a:ext cx="1480888" cy="0"/>
            </a:xfrm>
            <a:prstGeom prst="line">
              <a:avLst/>
            </a:prstGeom>
            <a:ln w="28575">
              <a:solidFill>
                <a:srgbClr val="A4238F"/>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22E49CC-4C33-F94F-926E-02C7E6AFB7B8}"/>
                </a:ext>
              </a:extLst>
            </p:cNvPr>
            <p:cNvCxnSpPr>
              <a:cxnSpLocks/>
            </p:cNvCxnSpPr>
            <p:nvPr/>
          </p:nvCxnSpPr>
          <p:spPr>
            <a:xfrm>
              <a:off x="10958629" y="6302375"/>
              <a:ext cx="1541230" cy="0"/>
            </a:xfrm>
            <a:prstGeom prst="line">
              <a:avLst/>
            </a:prstGeom>
            <a:ln w="28575">
              <a:solidFill>
                <a:srgbClr val="A7CE39"/>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1B7713E-A1EB-1C8C-CA78-2D5A0E04DDC9}"/>
                </a:ext>
              </a:extLst>
            </p:cNvPr>
            <p:cNvCxnSpPr>
              <a:cxnSpLocks/>
            </p:cNvCxnSpPr>
            <p:nvPr/>
          </p:nvCxnSpPr>
          <p:spPr>
            <a:xfrm>
              <a:off x="10959093" y="6302375"/>
              <a:ext cx="1538715" cy="0"/>
            </a:xfrm>
            <a:prstGeom prst="line">
              <a:avLst/>
            </a:prstGeom>
            <a:ln w="28575">
              <a:solidFill>
                <a:srgbClr val="F58221"/>
              </a:solidFill>
            </a:ln>
          </p:spPr>
          <p:style>
            <a:lnRef idx="1">
              <a:schemeClr val="accent1"/>
            </a:lnRef>
            <a:fillRef idx="0">
              <a:schemeClr val="accent1"/>
            </a:fillRef>
            <a:effectRef idx="0">
              <a:schemeClr val="accent1"/>
            </a:effectRef>
            <a:fontRef idx="minor">
              <a:schemeClr val="tx1"/>
            </a:fontRef>
          </p:style>
        </p:cxnSp>
      </p:grpSp>
      <p:cxnSp>
        <p:nvCxnSpPr>
          <p:cNvPr id="8" name="Straight Connector 7">
            <a:extLst>
              <a:ext uri="{FF2B5EF4-FFF2-40B4-BE49-F238E27FC236}">
                <a16:creationId xmlns:a16="http://schemas.microsoft.com/office/drawing/2014/main" id="{1E9BD6BF-CA0B-AF33-EAF1-AD1462856D88}"/>
              </a:ext>
            </a:extLst>
          </p:cNvPr>
          <p:cNvCxnSpPr>
            <a:cxnSpLocks/>
          </p:cNvCxnSpPr>
          <p:nvPr userDrawn="1"/>
        </p:nvCxnSpPr>
        <p:spPr>
          <a:xfrm flipV="1">
            <a:off x="119063" y="895350"/>
            <a:ext cx="4351337" cy="2540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9" name="Picture 11">
            <a:extLst>
              <a:ext uri="{FF2B5EF4-FFF2-40B4-BE49-F238E27FC236}">
                <a16:creationId xmlns:a16="http://schemas.microsoft.com/office/drawing/2014/main" id="{349FEDF7-4D44-F303-2494-7FEBF15EFE1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7787" t="13615" r="86179" b="75441"/>
          <a:stretch>
            <a:fillRect/>
          </a:stretch>
        </p:blipFill>
        <p:spPr bwMode="auto">
          <a:xfrm>
            <a:off x="255588" y="92075"/>
            <a:ext cx="735012"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2">
            <a:extLst>
              <a:ext uri="{FF2B5EF4-FFF2-40B4-BE49-F238E27FC236}">
                <a16:creationId xmlns:a16="http://schemas.microsoft.com/office/drawing/2014/main" id="{C4DC9D40-75F1-17A3-1395-504AE50CFC5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l="50999" t="19032" r="40611" b="75822"/>
          <a:stretch>
            <a:fillRect/>
          </a:stretch>
        </p:blipFill>
        <p:spPr bwMode="auto">
          <a:xfrm>
            <a:off x="10555288" y="258763"/>
            <a:ext cx="1023937" cy="35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AF51E8F6-ACE2-D914-9548-95944A7AE5A9}"/>
              </a:ext>
            </a:extLst>
          </p:cNvPr>
          <p:cNvSpPr txBox="1">
            <a:spLocks noChangeArrowheads="1"/>
          </p:cNvSpPr>
          <p:nvPr userDrawn="1"/>
        </p:nvSpPr>
        <p:spPr bwMode="auto">
          <a:xfrm>
            <a:off x="9937750" y="595313"/>
            <a:ext cx="3592513" cy="246062"/>
          </a:xfrm>
          <a:prstGeom prst="rect">
            <a:avLst/>
          </a:prstGeom>
          <a:noFill/>
          <a:ln>
            <a:noFill/>
          </a:ln>
        </p:spPr>
        <p:txBody>
          <a:bodyPr>
            <a:spAutoFit/>
          </a:bodyPr>
          <a:lstStyle>
            <a:lvl1pPr>
              <a:defRPr>
                <a:solidFill>
                  <a:schemeClr val="tx1"/>
                </a:solidFill>
                <a:latin typeface="Bookman Old Style" panose="02050604050505020204" pitchFamily="18" charset="0"/>
              </a:defRPr>
            </a:lvl1pPr>
            <a:lvl2pPr marL="742950" indent="-285750">
              <a:defRPr>
                <a:solidFill>
                  <a:schemeClr val="tx1"/>
                </a:solidFill>
                <a:latin typeface="Bookman Old Style" panose="02050604050505020204" pitchFamily="18" charset="0"/>
              </a:defRPr>
            </a:lvl2pPr>
            <a:lvl3pPr marL="1143000" indent="-228600">
              <a:defRPr>
                <a:solidFill>
                  <a:schemeClr val="tx1"/>
                </a:solidFill>
                <a:latin typeface="Bookman Old Style" panose="02050604050505020204" pitchFamily="18" charset="0"/>
              </a:defRPr>
            </a:lvl3pPr>
            <a:lvl4pPr marL="1600200" indent="-228600">
              <a:defRPr>
                <a:solidFill>
                  <a:schemeClr val="tx1"/>
                </a:solidFill>
                <a:latin typeface="Bookman Old Style" panose="02050604050505020204" pitchFamily="18" charset="0"/>
              </a:defRPr>
            </a:lvl4pPr>
            <a:lvl5pPr marL="2057400" indent="-228600">
              <a:defRPr>
                <a:solidFill>
                  <a:schemeClr val="tx1"/>
                </a:solidFill>
                <a:latin typeface="Bookman Old Style" panose="02050604050505020204" pitchFamily="18" charset="0"/>
              </a:defRPr>
            </a:lvl5pPr>
            <a:lvl6pPr marL="2514600" indent="-228600" eaLnBrk="0" fontAlgn="base" hangingPunct="0">
              <a:spcBef>
                <a:spcPct val="0"/>
              </a:spcBef>
              <a:spcAft>
                <a:spcPct val="0"/>
              </a:spcAft>
              <a:defRPr>
                <a:solidFill>
                  <a:schemeClr val="tx1"/>
                </a:solidFill>
                <a:latin typeface="Bookman Old Style" panose="02050604050505020204" pitchFamily="18" charset="0"/>
              </a:defRPr>
            </a:lvl6pPr>
            <a:lvl7pPr marL="2971800" indent="-228600" eaLnBrk="0" fontAlgn="base" hangingPunct="0">
              <a:spcBef>
                <a:spcPct val="0"/>
              </a:spcBef>
              <a:spcAft>
                <a:spcPct val="0"/>
              </a:spcAft>
              <a:defRPr>
                <a:solidFill>
                  <a:schemeClr val="tx1"/>
                </a:solidFill>
                <a:latin typeface="Bookman Old Style" panose="02050604050505020204" pitchFamily="18" charset="0"/>
              </a:defRPr>
            </a:lvl7pPr>
            <a:lvl8pPr marL="3429000" indent="-228600" eaLnBrk="0" fontAlgn="base" hangingPunct="0">
              <a:spcBef>
                <a:spcPct val="0"/>
              </a:spcBef>
              <a:spcAft>
                <a:spcPct val="0"/>
              </a:spcAft>
              <a:defRPr>
                <a:solidFill>
                  <a:schemeClr val="tx1"/>
                </a:solidFill>
                <a:latin typeface="Bookman Old Style" panose="02050604050505020204" pitchFamily="18" charset="0"/>
              </a:defRPr>
            </a:lvl8pPr>
            <a:lvl9pPr marL="3886200" indent="-228600" eaLnBrk="0" fontAlgn="base" hangingPunct="0">
              <a:spcBef>
                <a:spcPct val="0"/>
              </a:spcBef>
              <a:spcAft>
                <a:spcPct val="0"/>
              </a:spcAft>
              <a:defRPr>
                <a:solidFill>
                  <a:schemeClr val="tx1"/>
                </a:solidFill>
                <a:latin typeface="Bookman Old Style" panose="02050604050505020204" pitchFamily="18" charset="0"/>
              </a:defRPr>
            </a:lvl9pPr>
          </a:lstStyle>
          <a:p>
            <a:pPr>
              <a:defRPr/>
            </a:pPr>
            <a:r>
              <a:rPr lang="en-IN" altLang="en-US" sz="900" b="1" dirty="0">
                <a:solidFill>
                  <a:srgbClr val="C00000"/>
                </a:solidFill>
              </a:rPr>
              <a:t>St</a:t>
            </a:r>
            <a:r>
              <a:rPr lang="en-IN" altLang="en-US" sz="1000" b="1" dirty="0">
                <a:solidFill>
                  <a:srgbClr val="C00000"/>
                </a:solidFill>
              </a:rPr>
              <a:t>.Peter’s Engineering  College</a:t>
            </a:r>
          </a:p>
        </p:txBody>
      </p:sp>
      <p:sp>
        <p:nvSpPr>
          <p:cNvPr id="12" name="TextBox 11">
            <a:extLst>
              <a:ext uri="{FF2B5EF4-FFF2-40B4-BE49-F238E27FC236}">
                <a16:creationId xmlns:a16="http://schemas.microsoft.com/office/drawing/2014/main" id="{ECDB1F84-07EB-ECB5-1830-A3AB27EA8BE6}"/>
              </a:ext>
            </a:extLst>
          </p:cNvPr>
          <p:cNvSpPr txBox="1">
            <a:spLocks noChangeArrowheads="1"/>
          </p:cNvSpPr>
          <p:nvPr userDrawn="1"/>
        </p:nvSpPr>
        <p:spPr bwMode="auto">
          <a:xfrm>
            <a:off x="541338" y="6211888"/>
            <a:ext cx="8320087" cy="646112"/>
          </a:xfrm>
          <a:prstGeom prst="rect">
            <a:avLst/>
          </a:prstGeom>
          <a:noFill/>
          <a:ln>
            <a:noFill/>
          </a:ln>
        </p:spPr>
        <p:txBody>
          <a:bodyPr>
            <a:spAutoFit/>
          </a:bodyPr>
          <a:lstStyle>
            <a:lvl1pPr>
              <a:defRPr>
                <a:solidFill>
                  <a:schemeClr val="tx1"/>
                </a:solidFill>
                <a:latin typeface="Bookman Old Style" panose="02050604050505020204" pitchFamily="18" charset="0"/>
              </a:defRPr>
            </a:lvl1pPr>
            <a:lvl2pPr marL="742950" indent="-285750">
              <a:defRPr>
                <a:solidFill>
                  <a:schemeClr val="tx1"/>
                </a:solidFill>
                <a:latin typeface="Bookman Old Style" panose="02050604050505020204" pitchFamily="18" charset="0"/>
              </a:defRPr>
            </a:lvl2pPr>
            <a:lvl3pPr marL="1143000" indent="-228600">
              <a:defRPr>
                <a:solidFill>
                  <a:schemeClr val="tx1"/>
                </a:solidFill>
                <a:latin typeface="Bookman Old Style" panose="02050604050505020204" pitchFamily="18" charset="0"/>
              </a:defRPr>
            </a:lvl3pPr>
            <a:lvl4pPr marL="1600200" indent="-228600">
              <a:defRPr>
                <a:solidFill>
                  <a:schemeClr val="tx1"/>
                </a:solidFill>
                <a:latin typeface="Bookman Old Style" panose="02050604050505020204" pitchFamily="18" charset="0"/>
              </a:defRPr>
            </a:lvl4pPr>
            <a:lvl5pPr marL="2057400" indent="-228600">
              <a:defRPr>
                <a:solidFill>
                  <a:schemeClr val="tx1"/>
                </a:solidFill>
                <a:latin typeface="Bookman Old Style" panose="02050604050505020204" pitchFamily="18" charset="0"/>
              </a:defRPr>
            </a:lvl5pPr>
            <a:lvl6pPr marL="2514600" indent="-228600" eaLnBrk="0" fontAlgn="base" hangingPunct="0">
              <a:spcBef>
                <a:spcPct val="0"/>
              </a:spcBef>
              <a:spcAft>
                <a:spcPct val="0"/>
              </a:spcAft>
              <a:defRPr>
                <a:solidFill>
                  <a:schemeClr val="tx1"/>
                </a:solidFill>
                <a:latin typeface="Bookman Old Style" panose="02050604050505020204" pitchFamily="18" charset="0"/>
              </a:defRPr>
            </a:lvl6pPr>
            <a:lvl7pPr marL="2971800" indent="-228600" eaLnBrk="0" fontAlgn="base" hangingPunct="0">
              <a:spcBef>
                <a:spcPct val="0"/>
              </a:spcBef>
              <a:spcAft>
                <a:spcPct val="0"/>
              </a:spcAft>
              <a:defRPr>
                <a:solidFill>
                  <a:schemeClr val="tx1"/>
                </a:solidFill>
                <a:latin typeface="Bookman Old Style" panose="02050604050505020204" pitchFamily="18" charset="0"/>
              </a:defRPr>
            </a:lvl7pPr>
            <a:lvl8pPr marL="3429000" indent="-228600" eaLnBrk="0" fontAlgn="base" hangingPunct="0">
              <a:spcBef>
                <a:spcPct val="0"/>
              </a:spcBef>
              <a:spcAft>
                <a:spcPct val="0"/>
              </a:spcAft>
              <a:defRPr>
                <a:solidFill>
                  <a:schemeClr val="tx1"/>
                </a:solidFill>
                <a:latin typeface="Bookman Old Style" panose="02050604050505020204" pitchFamily="18" charset="0"/>
              </a:defRPr>
            </a:lvl8pPr>
            <a:lvl9pPr marL="3886200" indent="-228600" eaLnBrk="0" fontAlgn="base" hangingPunct="0">
              <a:spcBef>
                <a:spcPct val="0"/>
              </a:spcBef>
              <a:spcAft>
                <a:spcPct val="0"/>
              </a:spcAft>
              <a:defRPr>
                <a:solidFill>
                  <a:schemeClr val="tx1"/>
                </a:solidFill>
                <a:latin typeface="Bookman Old Style" panose="02050604050505020204" pitchFamily="18" charset="0"/>
              </a:defRPr>
            </a:lvl9pPr>
          </a:lstStyle>
          <a:p>
            <a:pPr>
              <a:defRPr/>
            </a:pPr>
            <a:r>
              <a:rPr lang="en-IN" altLang="en-US" b="1" dirty="0">
                <a:solidFill>
                  <a:srgbClr val="C00000"/>
                </a:solidFill>
              </a:rPr>
              <a:t>Department of CSE(Artificial Intelligence and Data Science)</a:t>
            </a:r>
          </a:p>
          <a:p>
            <a:pPr>
              <a:defRPr/>
            </a:pPr>
            <a:endParaRPr lang="en-IN" altLang="en-US" b="1" dirty="0">
              <a:solidFill>
                <a:srgbClr val="C00000"/>
              </a:solidFill>
            </a:endParaRPr>
          </a:p>
        </p:txBody>
      </p:sp>
      <p:sp>
        <p:nvSpPr>
          <p:cNvPr id="2" name="Title 1"/>
          <p:cNvSpPr>
            <a:spLocks noGrp="1"/>
          </p:cNvSpPr>
          <p:nvPr>
            <p:ph type="title"/>
          </p:nvPr>
        </p:nvSpPr>
        <p:spPr>
          <a:xfrm>
            <a:off x="1128713" y="138113"/>
            <a:ext cx="8902391" cy="595312"/>
          </a:xfrm>
        </p:spPr>
        <p:txBody>
          <a:bodyPr/>
          <a:lstStyle>
            <a:lvl1pPr>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lgn="just">
              <a:buNone/>
              <a:defRPr b="0">
                <a:solidFill>
                  <a:schemeClr val="tx1"/>
                </a:solidFill>
              </a:defRPr>
            </a:lvl1pPr>
            <a:lvl2pPr algn="just">
              <a:defRPr b="0">
                <a:solidFill>
                  <a:schemeClr val="tx1"/>
                </a:solidFill>
              </a:defRPr>
            </a:lvl2pPr>
            <a:lvl3pPr algn="just">
              <a:defRPr b="0">
                <a:solidFill>
                  <a:schemeClr val="tx1"/>
                </a:solidFill>
              </a:defRPr>
            </a:lvl3pPr>
            <a:lvl4pPr algn="just">
              <a:defRPr b="0">
                <a:solidFill>
                  <a:schemeClr val="tx1"/>
                </a:solidFill>
              </a:defRPr>
            </a:lvl4pPr>
            <a:lvl5pPr algn="just">
              <a:defRPr b="0">
                <a:solidFill>
                  <a:schemeClr val="tx1"/>
                </a:solidFill>
              </a:defRPr>
            </a:lvl5pPr>
          </a:lstStyle>
          <a:p>
            <a:pPr lvl="0"/>
            <a:endParaRPr lang="en-US" dirty="0"/>
          </a:p>
        </p:txBody>
      </p:sp>
      <p:sp>
        <p:nvSpPr>
          <p:cNvPr id="13" name="Slide Number Placeholder 5">
            <a:extLst>
              <a:ext uri="{FF2B5EF4-FFF2-40B4-BE49-F238E27FC236}">
                <a16:creationId xmlns:a16="http://schemas.microsoft.com/office/drawing/2014/main" id="{57AFCF70-B757-FC87-8894-3B36BAD65EC6}"/>
              </a:ext>
            </a:extLst>
          </p:cNvPr>
          <p:cNvSpPr>
            <a:spLocks noGrp="1"/>
          </p:cNvSpPr>
          <p:nvPr>
            <p:ph type="sldNum" sz="quarter" idx="10"/>
          </p:nvPr>
        </p:nvSpPr>
        <p:spPr/>
        <p:txBody>
          <a:bodyPr/>
          <a:lstStyle>
            <a:lvl1pPr>
              <a:defRPr/>
            </a:lvl1pPr>
          </a:lstStyle>
          <a:p>
            <a:pPr>
              <a:defRPr/>
            </a:pPr>
            <a:fld id="{EA9189D0-4D41-48C0-ADC4-93FAE6EBDC44}" type="slidenum">
              <a:rPr lang="en-US" altLang="en-US"/>
              <a:pPr>
                <a:defRPr/>
              </a:pPr>
              <a:t>‹#›</a:t>
            </a:fld>
            <a:endParaRPr lang="en-US" altLang="en-US"/>
          </a:p>
        </p:txBody>
      </p:sp>
    </p:spTree>
    <p:extLst>
      <p:ext uri="{BB962C8B-B14F-4D97-AF65-F5344CB8AC3E}">
        <p14:creationId xmlns:p14="http://schemas.microsoft.com/office/powerpoint/2010/main" val="3713739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lgn="ctr">
              <a:defRPr sz="4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jus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a:extLst>
              <a:ext uri="{FF2B5EF4-FFF2-40B4-BE49-F238E27FC236}">
                <a16:creationId xmlns:a16="http://schemas.microsoft.com/office/drawing/2014/main" id="{959F43BF-D7F6-C5C3-F3A6-C07C7A0894CA}"/>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D2CCB7F6-1E14-9442-D542-A5DDE47EF3B4}"/>
              </a:ext>
            </a:extLst>
          </p:cNvPr>
          <p:cNvSpPr>
            <a:spLocks noGrp="1"/>
          </p:cNvSpPr>
          <p:nvPr>
            <p:ph type="ftr" sz="quarter" idx="11"/>
          </p:nvPr>
        </p:nvSpPr>
        <p:spPr/>
        <p:txBody>
          <a:bodyPr/>
          <a:lstStyle>
            <a:lvl1pPr>
              <a:defRPr/>
            </a:lvl1pPr>
          </a:lstStyle>
          <a:p>
            <a:pPr>
              <a:defRPr/>
            </a:pPr>
            <a:r>
              <a:rPr lang="en-US"/>
              <a:t>Computer Science and Engineering</a:t>
            </a:r>
          </a:p>
        </p:txBody>
      </p:sp>
      <p:sp>
        <p:nvSpPr>
          <p:cNvPr id="6" name="Slide Number Placeholder 5">
            <a:extLst>
              <a:ext uri="{FF2B5EF4-FFF2-40B4-BE49-F238E27FC236}">
                <a16:creationId xmlns:a16="http://schemas.microsoft.com/office/drawing/2014/main" id="{4C4F9BC1-5E41-C679-8589-625F955E945F}"/>
              </a:ext>
            </a:extLst>
          </p:cNvPr>
          <p:cNvSpPr>
            <a:spLocks noGrp="1"/>
          </p:cNvSpPr>
          <p:nvPr>
            <p:ph type="sldNum" sz="quarter" idx="12"/>
          </p:nvPr>
        </p:nvSpPr>
        <p:spPr/>
        <p:txBody>
          <a:bodyPr/>
          <a:lstStyle>
            <a:lvl1pPr>
              <a:defRPr/>
            </a:lvl1pPr>
          </a:lstStyle>
          <a:p>
            <a:pPr>
              <a:defRPr/>
            </a:pPr>
            <a:fld id="{2A73F1AA-7E71-4CFD-B038-43A114F9E09A}" type="slidenum">
              <a:rPr lang="en-US" altLang="en-US"/>
              <a:pPr>
                <a:defRPr/>
              </a:pPr>
              <a:t>‹#›</a:t>
            </a:fld>
            <a:endParaRPr lang="en-US" altLang="en-US"/>
          </a:p>
        </p:txBody>
      </p:sp>
    </p:spTree>
    <p:extLst>
      <p:ext uri="{BB962C8B-B14F-4D97-AF65-F5344CB8AC3E}">
        <p14:creationId xmlns:p14="http://schemas.microsoft.com/office/powerpoint/2010/main" val="4131530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5" name="Group 6">
            <a:extLst>
              <a:ext uri="{FF2B5EF4-FFF2-40B4-BE49-F238E27FC236}">
                <a16:creationId xmlns:a16="http://schemas.microsoft.com/office/drawing/2014/main" id="{EACC80E6-1185-613C-EDE3-5E07C1BBD9F1}"/>
              </a:ext>
            </a:extLst>
          </p:cNvPr>
          <p:cNvGrpSpPr>
            <a:grpSpLocks/>
          </p:cNvGrpSpPr>
          <p:nvPr userDrawn="1"/>
        </p:nvGrpSpPr>
        <p:grpSpPr bwMode="auto">
          <a:xfrm>
            <a:off x="7240588" y="6302375"/>
            <a:ext cx="4489450" cy="0"/>
            <a:chOff x="7230414" y="6467118"/>
            <a:chExt cx="4489361" cy="0"/>
          </a:xfrm>
        </p:grpSpPr>
        <p:cxnSp>
          <p:nvCxnSpPr>
            <p:cNvPr id="6" name="Straight Connector 5">
              <a:extLst>
                <a:ext uri="{FF2B5EF4-FFF2-40B4-BE49-F238E27FC236}">
                  <a16:creationId xmlns:a16="http://schemas.microsoft.com/office/drawing/2014/main" id="{2AB3DDA2-CBD7-7AAE-7148-C73557E5D397}"/>
                </a:ext>
              </a:extLst>
            </p:cNvPr>
            <p:cNvCxnSpPr>
              <a:cxnSpLocks/>
            </p:cNvCxnSpPr>
            <p:nvPr/>
          </p:nvCxnSpPr>
          <p:spPr>
            <a:xfrm>
              <a:off x="10238666" y="6467118"/>
              <a:ext cx="1481109" cy="0"/>
            </a:xfrm>
            <a:prstGeom prst="line">
              <a:avLst/>
            </a:prstGeom>
            <a:ln w="28575">
              <a:solidFill>
                <a:srgbClr val="A4238F"/>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AEF527F-8273-123C-1326-EBB9AA4F05F8}"/>
                </a:ext>
              </a:extLst>
            </p:cNvPr>
            <p:cNvCxnSpPr>
              <a:cxnSpLocks/>
            </p:cNvCxnSpPr>
            <p:nvPr/>
          </p:nvCxnSpPr>
          <p:spPr>
            <a:xfrm>
              <a:off x="8686122" y="6467118"/>
              <a:ext cx="1539844" cy="0"/>
            </a:xfrm>
            <a:prstGeom prst="line">
              <a:avLst/>
            </a:prstGeom>
            <a:ln w="28575">
              <a:solidFill>
                <a:srgbClr val="A7CE39"/>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D6186F9-3463-EF6D-F0B8-E5F5F1C32C15}"/>
                </a:ext>
              </a:extLst>
            </p:cNvPr>
            <p:cNvCxnSpPr>
              <a:cxnSpLocks/>
            </p:cNvCxnSpPr>
            <p:nvPr/>
          </p:nvCxnSpPr>
          <p:spPr>
            <a:xfrm>
              <a:off x="7230414" y="6467118"/>
              <a:ext cx="1538257" cy="0"/>
            </a:xfrm>
            <a:prstGeom prst="line">
              <a:avLst/>
            </a:prstGeom>
            <a:ln w="28575">
              <a:solidFill>
                <a:srgbClr val="F58221"/>
              </a:solidFill>
            </a:ln>
          </p:spPr>
          <p:style>
            <a:lnRef idx="1">
              <a:schemeClr val="accent1"/>
            </a:lnRef>
            <a:fillRef idx="0">
              <a:schemeClr val="accent1"/>
            </a:fillRef>
            <a:effectRef idx="0">
              <a:schemeClr val="accent1"/>
            </a:effectRef>
            <a:fontRef idx="minor">
              <a:schemeClr val="tx1"/>
            </a:fontRef>
          </p:style>
        </p:cxnSp>
      </p:grpSp>
      <p:cxnSp>
        <p:nvCxnSpPr>
          <p:cNvPr id="9" name="Straight Connector 8">
            <a:extLst>
              <a:ext uri="{FF2B5EF4-FFF2-40B4-BE49-F238E27FC236}">
                <a16:creationId xmlns:a16="http://schemas.microsoft.com/office/drawing/2014/main" id="{9B45ED12-F3F2-5FA6-9AF1-BA8EE35D8D4E}"/>
              </a:ext>
            </a:extLst>
          </p:cNvPr>
          <p:cNvCxnSpPr>
            <a:cxnSpLocks/>
          </p:cNvCxnSpPr>
          <p:nvPr userDrawn="1"/>
        </p:nvCxnSpPr>
        <p:spPr>
          <a:xfrm flipV="1">
            <a:off x="119063" y="895350"/>
            <a:ext cx="4351337" cy="2540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0" name="Picture 15">
            <a:extLst>
              <a:ext uri="{FF2B5EF4-FFF2-40B4-BE49-F238E27FC236}">
                <a16:creationId xmlns:a16="http://schemas.microsoft.com/office/drawing/2014/main" id="{4841F48A-7759-DD8F-105A-88997628504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5588" y="138113"/>
            <a:ext cx="827087"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a:extLst>
              <a:ext uri="{FF2B5EF4-FFF2-40B4-BE49-F238E27FC236}">
                <a16:creationId xmlns:a16="http://schemas.microsoft.com/office/drawing/2014/main" id="{B14C78DC-172D-88EA-A454-3F3535ED202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90263" y="138113"/>
            <a:ext cx="1000125"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0509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0509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4">
            <a:extLst>
              <a:ext uri="{FF2B5EF4-FFF2-40B4-BE49-F238E27FC236}">
                <a16:creationId xmlns:a16="http://schemas.microsoft.com/office/drawing/2014/main" id="{EF13A68B-8CFD-54AA-3955-7F9A35307801}"/>
              </a:ext>
            </a:extLst>
          </p:cNvPr>
          <p:cNvSpPr>
            <a:spLocks noGrp="1"/>
          </p:cNvSpPr>
          <p:nvPr>
            <p:ph type="dt" sz="half" idx="10"/>
          </p:nvPr>
        </p:nvSpPr>
        <p:spPr/>
        <p:txBody>
          <a:bodyPr/>
          <a:lstStyle>
            <a:lvl1pPr>
              <a:defRPr/>
            </a:lvl1pPr>
          </a:lstStyle>
          <a:p>
            <a:pPr>
              <a:defRPr/>
            </a:pPr>
            <a:endParaRPr lang="en-US"/>
          </a:p>
        </p:txBody>
      </p:sp>
      <p:sp>
        <p:nvSpPr>
          <p:cNvPr id="13" name="Footer Placeholder 5">
            <a:extLst>
              <a:ext uri="{FF2B5EF4-FFF2-40B4-BE49-F238E27FC236}">
                <a16:creationId xmlns:a16="http://schemas.microsoft.com/office/drawing/2014/main" id="{BF201D7B-D9BF-5200-1362-FE8DC20BB862}"/>
              </a:ext>
            </a:extLst>
          </p:cNvPr>
          <p:cNvSpPr>
            <a:spLocks noGrp="1"/>
          </p:cNvSpPr>
          <p:nvPr>
            <p:ph type="ftr" sz="quarter" idx="11"/>
          </p:nvPr>
        </p:nvSpPr>
        <p:spPr/>
        <p:txBody>
          <a:bodyPr/>
          <a:lstStyle>
            <a:lvl1pPr>
              <a:defRPr/>
            </a:lvl1pPr>
          </a:lstStyle>
          <a:p>
            <a:pPr>
              <a:defRPr/>
            </a:pPr>
            <a:r>
              <a:rPr lang="en-US"/>
              <a:t>Computer Science and Engineering</a:t>
            </a:r>
          </a:p>
        </p:txBody>
      </p:sp>
      <p:sp>
        <p:nvSpPr>
          <p:cNvPr id="14" name="Slide Number Placeholder 6">
            <a:extLst>
              <a:ext uri="{FF2B5EF4-FFF2-40B4-BE49-F238E27FC236}">
                <a16:creationId xmlns:a16="http://schemas.microsoft.com/office/drawing/2014/main" id="{331132F9-2B43-3332-1FF9-671B0F37EA7A}"/>
              </a:ext>
            </a:extLst>
          </p:cNvPr>
          <p:cNvSpPr>
            <a:spLocks noGrp="1"/>
          </p:cNvSpPr>
          <p:nvPr>
            <p:ph type="sldNum" sz="quarter" idx="12"/>
          </p:nvPr>
        </p:nvSpPr>
        <p:spPr/>
        <p:txBody>
          <a:bodyPr/>
          <a:lstStyle>
            <a:lvl1pPr>
              <a:defRPr/>
            </a:lvl1pPr>
          </a:lstStyle>
          <a:p>
            <a:pPr>
              <a:defRPr/>
            </a:pPr>
            <a:fld id="{6DE8AC32-AFC6-4660-93DF-E61A988D24A1}" type="slidenum">
              <a:rPr lang="en-US" altLang="en-US"/>
              <a:pPr>
                <a:defRPr/>
              </a:pPr>
              <a:t>‹#›</a:t>
            </a:fld>
            <a:endParaRPr lang="en-US" altLang="en-US"/>
          </a:p>
        </p:txBody>
      </p:sp>
    </p:spTree>
    <p:extLst>
      <p:ext uri="{BB962C8B-B14F-4D97-AF65-F5344CB8AC3E}">
        <p14:creationId xmlns:p14="http://schemas.microsoft.com/office/powerpoint/2010/main" val="837515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29B447-C9A9-9420-CB43-7833626A19C3}"/>
              </a:ext>
            </a:extLst>
          </p:cNvPr>
          <p:cNvSpPr>
            <a:spLocks noGrp="1"/>
          </p:cNvSpPr>
          <p:nvPr>
            <p:ph type="dt" sz="half" idx="10"/>
          </p:nvPr>
        </p:nvSpPr>
        <p:spPr/>
        <p:txBody>
          <a:bodyPr/>
          <a:lstStyle>
            <a:lvl1pPr>
              <a:defRPr/>
            </a:lvl1pPr>
          </a:lstStyle>
          <a:p>
            <a:pPr>
              <a:defRPr/>
            </a:pPr>
            <a:fld id="{405130DF-5F92-4C7E-8DB8-D4B8035C59C3}" type="datetimeFigureOut">
              <a:rPr lang="en-US"/>
              <a:pPr>
                <a:defRPr/>
              </a:pPr>
              <a:t>5/2/2025</a:t>
            </a:fld>
            <a:endParaRPr lang="en-US"/>
          </a:p>
        </p:txBody>
      </p:sp>
      <p:sp>
        <p:nvSpPr>
          <p:cNvPr id="5" name="Footer Placeholder 4">
            <a:extLst>
              <a:ext uri="{FF2B5EF4-FFF2-40B4-BE49-F238E27FC236}">
                <a16:creationId xmlns:a16="http://schemas.microsoft.com/office/drawing/2014/main" id="{6CC93995-05BA-FC61-2C2A-EAE1B35CA6D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D9E4449-9ABE-6903-1C91-DDE7C88C481F}"/>
              </a:ext>
            </a:extLst>
          </p:cNvPr>
          <p:cNvSpPr>
            <a:spLocks noGrp="1"/>
          </p:cNvSpPr>
          <p:nvPr>
            <p:ph type="sldNum" sz="quarter" idx="12"/>
          </p:nvPr>
        </p:nvSpPr>
        <p:spPr/>
        <p:txBody>
          <a:bodyPr/>
          <a:lstStyle>
            <a:lvl1pPr>
              <a:defRPr/>
            </a:lvl1pPr>
          </a:lstStyle>
          <a:p>
            <a:pPr>
              <a:defRPr/>
            </a:pPr>
            <a:fld id="{ABAEDB74-AD93-4FB6-A573-7E296296695A}" type="slidenum">
              <a:rPr lang="en-US"/>
              <a:pPr>
                <a:defRPr/>
              </a:pPr>
              <a:t>‹#›</a:t>
            </a:fld>
            <a:endParaRPr lang="en-US"/>
          </a:p>
        </p:txBody>
      </p:sp>
    </p:spTree>
    <p:extLst>
      <p:ext uri="{BB962C8B-B14F-4D97-AF65-F5344CB8AC3E}">
        <p14:creationId xmlns:p14="http://schemas.microsoft.com/office/powerpoint/2010/main" val="238896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2C8D53-BF50-6B6B-A6F5-E51A0B872D0D}"/>
              </a:ext>
            </a:extLst>
          </p:cNvPr>
          <p:cNvSpPr>
            <a:spLocks noGrp="1"/>
          </p:cNvSpPr>
          <p:nvPr>
            <p:ph type="dt" sz="half" idx="10"/>
          </p:nvPr>
        </p:nvSpPr>
        <p:spPr/>
        <p:txBody>
          <a:bodyPr/>
          <a:lstStyle>
            <a:lvl1pPr>
              <a:defRPr/>
            </a:lvl1pPr>
          </a:lstStyle>
          <a:p>
            <a:pPr>
              <a:defRPr/>
            </a:pPr>
            <a:fld id="{3F6A2AA5-BB5C-4A4B-86C9-1DBA8B6247B2}" type="datetimeFigureOut">
              <a:rPr lang="en-US"/>
              <a:pPr>
                <a:defRPr/>
              </a:pPr>
              <a:t>5/2/2025</a:t>
            </a:fld>
            <a:endParaRPr lang="en-US"/>
          </a:p>
        </p:txBody>
      </p:sp>
      <p:sp>
        <p:nvSpPr>
          <p:cNvPr id="5" name="Footer Placeholder 4">
            <a:extLst>
              <a:ext uri="{FF2B5EF4-FFF2-40B4-BE49-F238E27FC236}">
                <a16:creationId xmlns:a16="http://schemas.microsoft.com/office/drawing/2014/main" id="{DDB44E66-74D9-9979-0F97-99CB01F7FDC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F8C53F7-8B33-DC1A-FD4B-14E9FF2D374E}"/>
              </a:ext>
            </a:extLst>
          </p:cNvPr>
          <p:cNvSpPr>
            <a:spLocks noGrp="1"/>
          </p:cNvSpPr>
          <p:nvPr>
            <p:ph type="sldNum" sz="quarter" idx="12"/>
          </p:nvPr>
        </p:nvSpPr>
        <p:spPr/>
        <p:txBody>
          <a:bodyPr/>
          <a:lstStyle>
            <a:lvl1pPr>
              <a:defRPr/>
            </a:lvl1pPr>
          </a:lstStyle>
          <a:p>
            <a:pPr>
              <a:defRPr/>
            </a:pPr>
            <a:fld id="{F65CF5DB-AD7E-491D-BFD2-DF52208B76C6}" type="slidenum">
              <a:rPr lang="en-US"/>
              <a:pPr>
                <a:defRPr/>
              </a:pPr>
              <a:t>‹#›</a:t>
            </a:fld>
            <a:endParaRPr lang="en-US"/>
          </a:p>
        </p:txBody>
      </p:sp>
    </p:spTree>
    <p:extLst>
      <p:ext uri="{BB962C8B-B14F-4D97-AF65-F5344CB8AC3E}">
        <p14:creationId xmlns:p14="http://schemas.microsoft.com/office/powerpoint/2010/main" val="1299597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B97F95-8785-28FB-2ED7-FF941F0107DD}"/>
              </a:ext>
            </a:extLst>
          </p:cNvPr>
          <p:cNvSpPr>
            <a:spLocks noGrp="1"/>
          </p:cNvSpPr>
          <p:nvPr>
            <p:ph type="dt" sz="half" idx="10"/>
          </p:nvPr>
        </p:nvSpPr>
        <p:spPr/>
        <p:txBody>
          <a:bodyPr/>
          <a:lstStyle>
            <a:lvl1pPr>
              <a:defRPr/>
            </a:lvl1pPr>
          </a:lstStyle>
          <a:p>
            <a:pPr>
              <a:defRPr/>
            </a:pPr>
            <a:fld id="{7434894E-1340-4EAB-B2E0-D31A7D06C20E}" type="datetimeFigureOut">
              <a:rPr lang="en-US"/>
              <a:pPr>
                <a:defRPr/>
              </a:pPr>
              <a:t>5/2/2025</a:t>
            </a:fld>
            <a:endParaRPr lang="en-US"/>
          </a:p>
        </p:txBody>
      </p:sp>
      <p:sp>
        <p:nvSpPr>
          <p:cNvPr id="5" name="Footer Placeholder 4">
            <a:extLst>
              <a:ext uri="{FF2B5EF4-FFF2-40B4-BE49-F238E27FC236}">
                <a16:creationId xmlns:a16="http://schemas.microsoft.com/office/drawing/2014/main" id="{034AAE50-BE1C-8CEC-97B1-D26997F0FD8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248FE89-7242-8864-20C3-9DDFFC73084D}"/>
              </a:ext>
            </a:extLst>
          </p:cNvPr>
          <p:cNvSpPr>
            <a:spLocks noGrp="1"/>
          </p:cNvSpPr>
          <p:nvPr>
            <p:ph type="sldNum" sz="quarter" idx="12"/>
          </p:nvPr>
        </p:nvSpPr>
        <p:spPr/>
        <p:txBody>
          <a:bodyPr/>
          <a:lstStyle>
            <a:lvl1pPr>
              <a:defRPr/>
            </a:lvl1pPr>
          </a:lstStyle>
          <a:p>
            <a:pPr>
              <a:defRPr/>
            </a:pPr>
            <a:fld id="{73C9E198-CCF3-4D61-B17D-ED56B27EBB90}" type="slidenum">
              <a:rPr lang="en-US"/>
              <a:pPr>
                <a:defRPr/>
              </a:pPr>
              <a:t>‹#›</a:t>
            </a:fld>
            <a:endParaRPr lang="en-US"/>
          </a:p>
        </p:txBody>
      </p:sp>
    </p:spTree>
    <p:extLst>
      <p:ext uri="{BB962C8B-B14F-4D97-AF65-F5344CB8AC3E}">
        <p14:creationId xmlns:p14="http://schemas.microsoft.com/office/powerpoint/2010/main" val="3235499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CFA8465-1CD7-B50E-2D19-D93DDB38D919}"/>
              </a:ext>
            </a:extLst>
          </p:cNvPr>
          <p:cNvSpPr>
            <a:spLocks noGrp="1"/>
          </p:cNvSpPr>
          <p:nvPr>
            <p:ph type="dt" sz="half" idx="10"/>
          </p:nvPr>
        </p:nvSpPr>
        <p:spPr/>
        <p:txBody>
          <a:bodyPr/>
          <a:lstStyle>
            <a:lvl1pPr>
              <a:defRPr/>
            </a:lvl1pPr>
          </a:lstStyle>
          <a:p>
            <a:pPr>
              <a:defRPr/>
            </a:pPr>
            <a:fld id="{3EFD4EAA-2F75-4E5C-8836-5B76E005368A}" type="datetimeFigureOut">
              <a:rPr lang="en-US"/>
              <a:pPr>
                <a:defRPr/>
              </a:pPr>
              <a:t>5/2/2025</a:t>
            </a:fld>
            <a:endParaRPr lang="en-US"/>
          </a:p>
        </p:txBody>
      </p:sp>
      <p:sp>
        <p:nvSpPr>
          <p:cNvPr id="6" name="Footer Placeholder 5">
            <a:extLst>
              <a:ext uri="{FF2B5EF4-FFF2-40B4-BE49-F238E27FC236}">
                <a16:creationId xmlns:a16="http://schemas.microsoft.com/office/drawing/2014/main" id="{A71C87C3-7AAD-EE89-BDED-2E0C12ED93C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9A2C1C7B-2D9A-97B7-4D8B-4E6EB4BD6566}"/>
              </a:ext>
            </a:extLst>
          </p:cNvPr>
          <p:cNvSpPr>
            <a:spLocks noGrp="1"/>
          </p:cNvSpPr>
          <p:nvPr>
            <p:ph type="sldNum" sz="quarter" idx="12"/>
          </p:nvPr>
        </p:nvSpPr>
        <p:spPr/>
        <p:txBody>
          <a:bodyPr/>
          <a:lstStyle>
            <a:lvl1pPr>
              <a:defRPr/>
            </a:lvl1pPr>
          </a:lstStyle>
          <a:p>
            <a:pPr>
              <a:defRPr/>
            </a:pPr>
            <a:fld id="{7CFCEBFA-9A21-4ACB-9079-16EAC710B7F2}" type="slidenum">
              <a:rPr lang="en-US"/>
              <a:pPr>
                <a:defRPr/>
              </a:pPr>
              <a:t>‹#›</a:t>
            </a:fld>
            <a:endParaRPr lang="en-US"/>
          </a:p>
        </p:txBody>
      </p:sp>
    </p:spTree>
    <p:extLst>
      <p:ext uri="{BB962C8B-B14F-4D97-AF65-F5344CB8AC3E}">
        <p14:creationId xmlns:p14="http://schemas.microsoft.com/office/powerpoint/2010/main" val="84298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8CC181-35BD-13E0-3FE8-AC34A5A10BD7}"/>
              </a:ext>
            </a:extLst>
          </p:cNvPr>
          <p:cNvSpPr>
            <a:spLocks noGrp="1"/>
          </p:cNvSpPr>
          <p:nvPr>
            <p:ph type="dt" sz="half" idx="10"/>
          </p:nvPr>
        </p:nvSpPr>
        <p:spPr/>
        <p:txBody>
          <a:bodyPr/>
          <a:lstStyle>
            <a:lvl1pPr>
              <a:defRPr/>
            </a:lvl1pPr>
          </a:lstStyle>
          <a:p>
            <a:pPr>
              <a:defRPr/>
            </a:pPr>
            <a:fld id="{3B2B553B-FE99-47A9-9F45-E80CC7C9CA74}" type="datetimeFigureOut">
              <a:rPr lang="en-US"/>
              <a:pPr>
                <a:defRPr/>
              </a:pPr>
              <a:t>5/2/2025</a:t>
            </a:fld>
            <a:endParaRPr lang="en-US"/>
          </a:p>
        </p:txBody>
      </p:sp>
      <p:sp>
        <p:nvSpPr>
          <p:cNvPr id="8" name="Footer Placeholder 7">
            <a:extLst>
              <a:ext uri="{FF2B5EF4-FFF2-40B4-BE49-F238E27FC236}">
                <a16:creationId xmlns:a16="http://schemas.microsoft.com/office/drawing/2014/main" id="{B27A06E0-B3B8-7AEC-0E11-D9D8CAC4B5FF}"/>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8">
            <a:extLst>
              <a:ext uri="{FF2B5EF4-FFF2-40B4-BE49-F238E27FC236}">
                <a16:creationId xmlns:a16="http://schemas.microsoft.com/office/drawing/2014/main" id="{D933E9F6-2A3B-F84D-624E-E0A5ABEB2CDA}"/>
              </a:ext>
            </a:extLst>
          </p:cNvPr>
          <p:cNvSpPr>
            <a:spLocks noGrp="1"/>
          </p:cNvSpPr>
          <p:nvPr>
            <p:ph type="sldNum" sz="quarter" idx="12"/>
          </p:nvPr>
        </p:nvSpPr>
        <p:spPr/>
        <p:txBody>
          <a:bodyPr/>
          <a:lstStyle>
            <a:lvl1pPr>
              <a:defRPr/>
            </a:lvl1pPr>
          </a:lstStyle>
          <a:p>
            <a:pPr>
              <a:defRPr/>
            </a:pPr>
            <a:fld id="{3615F0A1-65E3-4455-9D06-4B04DDEFE651}" type="slidenum">
              <a:rPr lang="en-US"/>
              <a:pPr>
                <a:defRPr/>
              </a:pPr>
              <a:t>‹#›</a:t>
            </a:fld>
            <a:endParaRPr lang="en-US"/>
          </a:p>
        </p:txBody>
      </p:sp>
    </p:spTree>
    <p:extLst>
      <p:ext uri="{BB962C8B-B14F-4D97-AF65-F5344CB8AC3E}">
        <p14:creationId xmlns:p14="http://schemas.microsoft.com/office/powerpoint/2010/main" val="2608155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622A3A-570D-5F78-0127-EC00323802D2}"/>
              </a:ext>
            </a:extLst>
          </p:cNvPr>
          <p:cNvSpPr>
            <a:spLocks noGrp="1"/>
          </p:cNvSpPr>
          <p:nvPr>
            <p:ph type="dt" sz="half" idx="10"/>
          </p:nvPr>
        </p:nvSpPr>
        <p:spPr/>
        <p:txBody>
          <a:bodyPr/>
          <a:lstStyle>
            <a:lvl1pPr>
              <a:defRPr/>
            </a:lvl1pPr>
          </a:lstStyle>
          <a:p>
            <a:pPr>
              <a:defRPr/>
            </a:pPr>
            <a:fld id="{ED7E2EE6-6DEC-44F2-8AE7-1A8EA72EE36A}" type="datetimeFigureOut">
              <a:rPr lang="en-US"/>
              <a:pPr>
                <a:defRPr/>
              </a:pPr>
              <a:t>5/2/2025</a:t>
            </a:fld>
            <a:endParaRPr lang="en-US"/>
          </a:p>
        </p:txBody>
      </p:sp>
      <p:sp>
        <p:nvSpPr>
          <p:cNvPr id="4" name="Footer Placeholder 3">
            <a:extLst>
              <a:ext uri="{FF2B5EF4-FFF2-40B4-BE49-F238E27FC236}">
                <a16:creationId xmlns:a16="http://schemas.microsoft.com/office/drawing/2014/main" id="{2B8F3701-DD67-10B5-BA03-6B89E1ABC4E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ADC922CD-8241-91BD-CDD6-4D631D530DE5}"/>
              </a:ext>
            </a:extLst>
          </p:cNvPr>
          <p:cNvSpPr>
            <a:spLocks noGrp="1"/>
          </p:cNvSpPr>
          <p:nvPr>
            <p:ph type="sldNum" sz="quarter" idx="12"/>
          </p:nvPr>
        </p:nvSpPr>
        <p:spPr/>
        <p:txBody>
          <a:bodyPr/>
          <a:lstStyle>
            <a:lvl1pPr>
              <a:defRPr/>
            </a:lvl1pPr>
          </a:lstStyle>
          <a:p>
            <a:pPr>
              <a:defRPr/>
            </a:pPr>
            <a:fld id="{F9D74AC4-7A4A-4667-9A21-E017161029B4}" type="slidenum">
              <a:rPr lang="en-US"/>
              <a:pPr>
                <a:defRPr/>
              </a:pPr>
              <a:t>‹#›</a:t>
            </a:fld>
            <a:endParaRPr lang="en-US"/>
          </a:p>
        </p:txBody>
      </p:sp>
    </p:spTree>
    <p:extLst>
      <p:ext uri="{BB962C8B-B14F-4D97-AF65-F5344CB8AC3E}">
        <p14:creationId xmlns:p14="http://schemas.microsoft.com/office/powerpoint/2010/main" val="2747379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B9F6D6A-E4BE-49FF-FC6A-40B8B1078CCD}"/>
              </a:ext>
            </a:extLst>
          </p:cNvPr>
          <p:cNvSpPr>
            <a:spLocks noGrp="1"/>
          </p:cNvSpPr>
          <p:nvPr>
            <p:ph type="dt" sz="half" idx="10"/>
          </p:nvPr>
        </p:nvSpPr>
        <p:spPr/>
        <p:txBody>
          <a:bodyPr/>
          <a:lstStyle>
            <a:lvl1pPr>
              <a:defRPr/>
            </a:lvl1pPr>
          </a:lstStyle>
          <a:p>
            <a:pPr>
              <a:defRPr/>
            </a:pPr>
            <a:fld id="{F437492B-2105-4354-8E8B-636FFE670E92}" type="datetimeFigureOut">
              <a:rPr lang="en-US"/>
              <a:pPr>
                <a:defRPr/>
              </a:pPr>
              <a:t>5/2/2025</a:t>
            </a:fld>
            <a:endParaRPr lang="en-US"/>
          </a:p>
        </p:txBody>
      </p:sp>
      <p:sp>
        <p:nvSpPr>
          <p:cNvPr id="3" name="Footer Placeholder 2">
            <a:extLst>
              <a:ext uri="{FF2B5EF4-FFF2-40B4-BE49-F238E27FC236}">
                <a16:creationId xmlns:a16="http://schemas.microsoft.com/office/drawing/2014/main" id="{69885FEC-0560-3CE8-D1C0-A1171FDE14A7}"/>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3">
            <a:extLst>
              <a:ext uri="{FF2B5EF4-FFF2-40B4-BE49-F238E27FC236}">
                <a16:creationId xmlns:a16="http://schemas.microsoft.com/office/drawing/2014/main" id="{6A9AE66A-88BB-C277-E89D-C50F2340DD01}"/>
              </a:ext>
            </a:extLst>
          </p:cNvPr>
          <p:cNvSpPr>
            <a:spLocks noGrp="1"/>
          </p:cNvSpPr>
          <p:nvPr>
            <p:ph type="sldNum" sz="quarter" idx="12"/>
          </p:nvPr>
        </p:nvSpPr>
        <p:spPr/>
        <p:txBody>
          <a:bodyPr/>
          <a:lstStyle>
            <a:lvl1pPr>
              <a:defRPr/>
            </a:lvl1pPr>
          </a:lstStyle>
          <a:p>
            <a:pPr>
              <a:defRPr/>
            </a:pPr>
            <a:fld id="{B5932AC1-2286-4708-824F-C1F0F6B3AA14}" type="slidenum">
              <a:rPr lang="en-US"/>
              <a:pPr>
                <a:defRPr/>
              </a:pPr>
              <a:t>‹#›</a:t>
            </a:fld>
            <a:endParaRPr lang="en-US"/>
          </a:p>
        </p:txBody>
      </p:sp>
    </p:spTree>
    <p:extLst>
      <p:ext uri="{BB962C8B-B14F-4D97-AF65-F5344CB8AC3E}">
        <p14:creationId xmlns:p14="http://schemas.microsoft.com/office/powerpoint/2010/main" val="741438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78926F-C6C9-6528-8AF7-407234FE2C40}"/>
              </a:ext>
            </a:extLst>
          </p:cNvPr>
          <p:cNvSpPr>
            <a:spLocks noGrp="1"/>
          </p:cNvSpPr>
          <p:nvPr>
            <p:ph type="dt" sz="half" idx="10"/>
          </p:nvPr>
        </p:nvSpPr>
        <p:spPr/>
        <p:txBody>
          <a:bodyPr/>
          <a:lstStyle>
            <a:lvl1pPr>
              <a:defRPr/>
            </a:lvl1pPr>
          </a:lstStyle>
          <a:p>
            <a:pPr>
              <a:defRPr/>
            </a:pPr>
            <a:fld id="{97C326BF-A529-4E6D-8C0D-1B69A11CA4EB}" type="datetimeFigureOut">
              <a:rPr lang="en-US"/>
              <a:pPr>
                <a:defRPr/>
              </a:pPr>
              <a:t>5/2/2025</a:t>
            </a:fld>
            <a:endParaRPr lang="en-US"/>
          </a:p>
        </p:txBody>
      </p:sp>
      <p:sp>
        <p:nvSpPr>
          <p:cNvPr id="6" name="Footer Placeholder 5">
            <a:extLst>
              <a:ext uri="{FF2B5EF4-FFF2-40B4-BE49-F238E27FC236}">
                <a16:creationId xmlns:a16="http://schemas.microsoft.com/office/drawing/2014/main" id="{7BF33D12-B22B-7CCE-F648-0760D4B73C4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92843918-FC87-3ECA-6E0D-64ECEA4257D0}"/>
              </a:ext>
            </a:extLst>
          </p:cNvPr>
          <p:cNvSpPr>
            <a:spLocks noGrp="1"/>
          </p:cNvSpPr>
          <p:nvPr>
            <p:ph type="sldNum" sz="quarter" idx="12"/>
          </p:nvPr>
        </p:nvSpPr>
        <p:spPr/>
        <p:txBody>
          <a:bodyPr/>
          <a:lstStyle>
            <a:lvl1pPr>
              <a:defRPr/>
            </a:lvl1pPr>
          </a:lstStyle>
          <a:p>
            <a:pPr>
              <a:defRPr/>
            </a:pPr>
            <a:fld id="{F092E26F-5C76-4E17-894E-E0C7BE12F084}" type="slidenum">
              <a:rPr lang="en-US"/>
              <a:pPr>
                <a:defRPr/>
              </a:pPr>
              <a:t>‹#›</a:t>
            </a:fld>
            <a:endParaRPr lang="en-US"/>
          </a:p>
        </p:txBody>
      </p:sp>
    </p:spTree>
    <p:extLst>
      <p:ext uri="{BB962C8B-B14F-4D97-AF65-F5344CB8AC3E}">
        <p14:creationId xmlns:p14="http://schemas.microsoft.com/office/powerpoint/2010/main" val="10353664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056A38-C30E-F2FB-6833-FCEEBE6410D6}"/>
              </a:ext>
            </a:extLst>
          </p:cNvPr>
          <p:cNvSpPr>
            <a:spLocks noGrp="1"/>
          </p:cNvSpPr>
          <p:nvPr>
            <p:ph type="dt" sz="half" idx="10"/>
          </p:nvPr>
        </p:nvSpPr>
        <p:spPr/>
        <p:txBody>
          <a:bodyPr/>
          <a:lstStyle>
            <a:lvl1pPr>
              <a:defRPr/>
            </a:lvl1pPr>
          </a:lstStyle>
          <a:p>
            <a:pPr>
              <a:defRPr/>
            </a:pPr>
            <a:fld id="{4D1D2CAE-432A-4595-B8C5-C5284A2081EA}" type="datetimeFigureOut">
              <a:rPr lang="en-US"/>
              <a:pPr>
                <a:defRPr/>
              </a:pPr>
              <a:t>5/2/2025</a:t>
            </a:fld>
            <a:endParaRPr lang="en-US"/>
          </a:p>
        </p:txBody>
      </p:sp>
      <p:sp>
        <p:nvSpPr>
          <p:cNvPr id="6" name="Footer Placeholder 5">
            <a:extLst>
              <a:ext uri="{FF2B5EF4-FFF2-40B4-BE49-F238E27FC236}">
                <a16:creationId xmlns:a16="http://schemas.microsoft.com/office/drawing/2014/main" id="{0A4CD083-46A1-375D-B71B-30548E841A4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91B1BD3E-0698-E919-3030-A07F2D157C34}"/>
              </a:ext>
            </a:extLst>
          </p:cNvPr>
          <p:cNvSpPr>
            <a:spLocks noGrp="1"/>
          </p:cNvSpPr>
          <p:nvPr>
            <p:ph type="sldNum" sz="quarter" idx="12"/>
          </p:nvPr>
        </p:nvSpPr>
        <p:spPr/>
        <p:txBody>
          <a:bodyPr/>
          <a:lstStyle>
            <a:lvl1pPr>
              <a:defRPr/>
            </a:lvl1pPr>
          </a:lstStyle>
          <a:p>
            <a:pPr>
              <a:defRPr/>
            </a:pPr>
            <a:fld id="{1F5067D0-C1D8-4703-89B1-6EFC6FB7061B}" type="slidenum">
              <a:rPr lang="en-US"/>
              <a:pPr>
                <a:defRPr/>
              </a:pPr>
              <a:t>‹#›</a:t>
            </a:fld>
            <a:endParaRPr lang="en-US"/>
          </a:p>
        </p:txBody>
      </p:sp>
    </p:spTree>
    <p:extLst>
      <p:ext uri="{BB962C8B-B14F-4D97-AF65-F5344CB8AC3E}">
        <p14:creationId xmlns:p14="http://schemas.microsoft.com/office/powerpoint/2010/main" val="5031797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BB19C9-AB5A-4380-704A-4E5AD2408B8F}"/>
              </a:ext>
            </a:extLst>
          </p:cNvPr>
          <p:cNvSpPr>
            <a:spLocks noGrp="1"/>
          </p:cNvSpPr>
          <p:nvPr>
            <p:ph type="dt" sz="half" idx="10"/>
          </p:nvPr>
        </p:nvSpPr>
        <p:spPr/>
        <p:txBody>
          <a:bodyPr/>
          <a:lstStyle>
            <a:lvl1pPr>
              <a:defRPr/>
            </a:lvl1pPr>
          </a:lstStyle>
          <a:p>
            <a:pPr>
              <a:defRPr/>
            </a:pPr>
            <a:fld id="{D68A63EA-8167-480E-BC97-0FFF2B491CFF}" type="datetimeFigureOut">
              <a:rPr lang="en-US"/>
              <a:pPr>
                <a:defRPr/>
              </a:pPr>
              <a:t>5/2/2025</a:t>
            </a:fld>
            <a:endParaRPr lang="en-US"/>
          </a:p>
        </p:txBody>
      </p:sp>
      <p:sp>
        <p:nvSpPr>
          <p:cNvPr id="5" name="Footer Placeholder 4">
            <a:extLst>
              <a:ext uri="{FF2B5EF4-FFF2-40B4-BE49-F238E27FC236}">
                <a16:creationId xmlns:a16="http://schemas.microsoft.com/office/drawing/2014/main" id="{8DA6B5EB-14F1-AFA8-0BFC-DF19FF46322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F027C5F-FDAE-7AE9-04B5-D23FBC8B426C}"/>
              </a:ext>
            </a:extLst>
          </p:cNvPr>
          <p:cNvSpPr>
            <a:spLocks noGrp="1"/>
          </p:cNvSpPr>
          <p:nvPr>
            <p:ph type="sldNum" sz="quarter" idx="12"/>
          </p:nvPr>
        </p:nvSpPr>
        <p:spPr/>
        <p:txBody>
          <a:bodyPr/>
          <a:lstStyle>
            <a:lvl1pPr>
              <a:defRPr/>
            </a:lvl1pPr>
          </a:lstStyle>
          <a:p>
            <a:pPr>
              <a:defRPr/>
            </a:pPr>
            <a:fld id="{8B29DFF2-E3C7-4AFF-BD83-F09AF8CBB6B5}" type="slidenum">
              <a:rPr lang="en-US"/>
              <a:pPr>
                <a:defRPr/>
              </a:pPr>
              <a:t>‹#›</a:t>
            </a:fld>
            <a:endParaRPr lang="en-US"/>
          </a:p>
        </p:txBody>
      </p:sp>
    </p:spTree>
    <p:extLst>
      <p:ext uri="{BB962C8B-B14F-4D97-AF65-F5344CB8AC3E}">
        <p14:creationId xmlns:p14="http://schemas.microsoft.com/office/powerpoint/2010/main" val="5188015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C0B467-8C81-F6D6-BE0D-83473F8D1BFB}"/>
              </a:ext>
            </a:extLst>
          </p:cNvPr>
          <p:cNvSpPr>
            <a:spLocks noGrp="1"/>
          </p:cNvSpPr>
          <p:nvPr>
            <p:ph type="dt" sz="half" idx="10"/>
          </p:nvPr>
        </p:nvSpPr>
        <p:spPr/>
        <p:txBody>
          <a:bodyPr/>
          <a:lstStyle>
            <a:lvl1pPr>
              <a:defRPr/>
            </a:lvl1pPr>
          </a:lstStyle>
          <a:p>
            <a:pPr>
              <a:defRPr/>
            </a:pPr>
            <a:fld id="{BD221DBB-D790-48F7-B1BE-A679E23FBA64}" type="datetimeFigureOut">
              <a:rPr lang="en-US"/>
              <a:pPr>
                <a:defRPr/>
              </a:pPr>
              <a:t>5/2/2025</a:t>
            </a:fld>
            <a:endParaRPr lang="en-US"/>
          </a:p>
        </p:txBody>
      </p:sp>
      <p:sp>
        <p:nvSpPr>
          <p:cNvPr id="5" name="Footer Placeholder 4">
            <a:extLst>
              <a:ext uri="{FF2B5EF4-FFF2-40B4-BE49-F238E27FC236}">
                <a16:creationId xmlns:a16="http://schemas.microsoft.com/office/drawing/2014/main" id="{89E64DE5-2E22-39B9-A04E-7C15F29F1C1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F176811-6BF9-28D1-1F4E-AB714A470DCB}"/>
              </a:ext>
            </a:extLst>
          </p:cNvPr>
          <p:cNvSpPr>
            <a:spLocks noGrp="1"/>
          </p:cNvSpPr>
          <p:nvPr>
            <p:ph type="sldNum" sz="quarter" idx="12"/>
          </p:nvPr>
        </p:nvSpPr>
        <p:spPr/>
        <p:txBody>
          <a:bodyPr/>
          <a:lstStyle>
            <a:lvl1pPr>
              <a:defRPr/>
            </a:lvl1pPr>
          </a:lstStyle>
          <a:p>
            <a:pPr>
              <a:defRPr/>
            </a:pPr>
            <a:fld id="{A885D03B-9049-4AF6-A31F-AD18DA790890}" type="slidenum">
              <a:rPr lang="en-US"/>
              <a:pPr>
                <a:defRPr/>
              </a:pPr>
              <a:t>‹#›</a:t>
            </a:fld>
            <a:endParaRPr lang="en-US"/>
          </a:p>
        </p:txBody>
      </p:sp>
    </p:spTree>
    <p:extLst>
      <p:ext uri="{BB962C8B-B14F-4D97-AF65-F5344CB8AC3E}">
        <p14:creationId xmlns:p14="http://schemas.microsoft.com/office/powerpoint/2010/main" val="12852171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6EEF81E-D9BF-EE4D-A835-7BB0BBA3F527}"/>
              </a:ext>
            </a:extLst>
          </p:cNvPr>
          <p:cNvSpPr>
            <a:spLocks noGrp="1"/>
          </p:cNvSpPr>
          <p:nvPr>
            <p:ph type="title"/>
          </p:nvPr>
        </p:nvSpPr>
        <p:spPr bwMode="auto">
          <a:xfrm>
            <a:off x="1128713" y="138113"/>
            <a:ext cx="9767887"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Uday</a:t>
            </a:r>
          </a:p>
        </p:txBody>
      </p:sp>
      <p:sp>
        <p:nvSpPr>
          <p:cNvPr id="1027" name="Text Placeholder 2">
            <a:extLst>
              <a:ext uri="{FF2B5EF4-FFF2-40B4-BE49-F238E27FC236}">
                <a16:creationId xmlns:a16="http://schemas.microsoft.com/office/drawing/2014/main" id="{3FFB6616-FE3B-4D0B-15CC-0E8B36FB0923}"/>
              </a:ext>
            </a:extLst>
          </p:cNvPr>
          <p:cNvSpPr>
            <a:spLocks noGrp="1"/>
          </p:cNvSpPr>
          <p:nvPr>
            <p:ph type="body" idx="1"/>
          </p:nvPr>
        </p:nvSpPr>
        <p:spPr bwMode="auto">
          <a:xfrm>
            <a:off x="1128713" y="1090613"/>
            <a:ext cx="9767887" cy="481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E2407A5-C043-C29D-AF85-F94AACC91F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400" b="1">
                <a:solidFill>
                  <a:srgbClr val="002060"/>
                </a:solidFill>
                <a:latin typeface="+mn-lt"/>
              </a:defRPr>
            </a:lvl1pPr>
          </a:lstStyle>
          <a:p>
            <a:pPr>
              <a:defRPr/>
            </a:pPr>
            <a:endParaRPr lang="en-US"/>
          </a:p>
        </p:txBody>
      </p:sp>
      <p:sp>
        <p:nvSpPr>
          <p:cNvPr id="5" name="Footer Placeholder 4">
            <a:extLst>
              <a:ext uri="{FF2B5EF4-FFF2-40B4-BE49-F238E27FC236}">
                <a16:creationId xmlns:a16="http://schemas.microsoft.com/office/drawing/2014/main" id="{6160837C-4C4B-4B40-129A-49EEEA4882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400" b="1">
                <a:solidFill>
                  <a:srgbClr val="002060"/>
                </a:solidFill>
                <a:latin typeface="+mn-lt"/>
              </a:defRPr>
            </a:lvl1pPr>
          </a:lstStyle>
          <a:p>
            <a:pPr>
              <a:defRPr/>
            </a:pPr>
            <a:r>
              <a:rPr lang="en-US"/>
              <a:t>Computer Science and Engineering</a:t>
            </a:r>
          </a:p>
        </p:txBody>
      </p:sp>
      <p:sp>
        <p:nvSpPr>
          <p:cNvPr id="6" name="Slide Number Placeholder 5">
            <a:extLst>
              <a:ext uri="{FF2B5EF4-FFF2-40B4-BE49-F238E27FC236}">
                <a16:creationId xmlns:a16="http://schemas.microsoft.com/office/drawing/2014/main" id="{333FB2A6-5CC6-EF4A-4F74-456109CF9829}"/>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400" b="1">
                <a:solidFill>
                  <a:srgbClr val="002060"/>
                </a:solidFill>
              </a:defRPr>
            </a:lvl1pPr>
          </a:lstStyle>
          <a:p>
            <a:pPr>
              <a:defRPr/>
            </a:pPr>
            <a:fld id="{50C87341-0F3F-4A23-A97C-39E5FC0D2DD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212" r:id="rId1"/>
    <p:sldLayoutId id="2147484213" r:id="rId2"/>
    <p:sldLayoutId id="2147484211" r:id="rId3"/>
    <p:sldLayoutId id="2147484214" r:id="rId4"/>
  </p:sldLayoutIdLst>
  <p:hf hdr="0" dt="0"/>
  <p:txStyles>
    <p:titleStyle>
      <a:lvl1pPr algn="l" rtl="0" eaLnBrk="0" fontAlgn="base" hangingPunct="0">
        <a:lnSpc>
          <a:spcPct val="90000"/>
        </a:lnSpc>
        <a:spcBef>
          <a:spcPct val="0"/>
        </a:spcBef>
        <a:spcAft>
          <a:spcPct val="0"/>
        </a:spcAft>
        <a:defRPr sz="2800" b="1" kern="1200">
          <a:solidFill>
            <a:srgbClr val="002060"/>
          </a:solidFill>
          <a:latin typeface="+mj-lt"/>
          <a:ea typeface="+mj-ea"/>
          <a:cs typeface="+mj-cs"/>
        </a:defRPr>
      </a:lvl1pPr>
      <a:lvl2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2pPr>
      <a:lvl3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3pPr>
      <a:lvl4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4pPr>
      <a:lvl5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5pPr>
      <a:lvl6pPr marL="457200" algn="l" rtl="0" fontAlgn="base">
        <a:lnSpc>
          <a:spcPct val="90000"/>
        </a:lnSpc>
        <a:spcBef>
          <a:spcPct val="0"/>
        </a:spcBef>
        <a:spcAft>
          <a:spcPct val="0"/>
        </a:spcAft>
        <a:defRPr sz="2800" b="1">
          <a:solidFill>
            <a:srgbClr val="002060"/>
          </a:solidFill>
          <a:latin typeface="Bookman Old Style" panose="02050604050505020204" pitchFamily="18" charset="0"/>
        </a:defRPr>
      </a:lvl6pPr>
      <a:lvl7pPr marL="914400" algn="l" rtl="0" fontAlgn="base">
        <a:lnSpc>
          <a:spcPct val="90000"/>
        </a:lnSpc>
        <a:spcBef>
          <a:spcPct val="0"/>
        </a:spcBef>
        <a:spcAft>
          <a:spcPct val="0"/>
        </a:spcAft>
        <a:defRPr sz="2800" b="1">
          <a:solidFill>
            <a:srgbClr val="002060"/>
          </a:solidFill>
          <a:latin typeface="Bookman Old Style" panose="02050604050505020204" pitchFamily="18" charset="0"/>
        </a:defRPr>
      </a:lvl7pPr>
      <a:lvl8pPr marL="1371600" algn="l" rtl="0" fontAlgn="base">
        <a:lnSpc>
          <a:spcPct val="90000"/>
        </a:lnSpc>
        <a:spcBef>
          <a:spcPct val="0"/>
        </a:spcBef>
        <a:spcAft>
          <a:spcPct val="0"/>
        </a:spcAft>
        <a:defRPr sz="2800" b="1">
          <a:solidFill>
            <a:srgbClr val="002060"/>
          </a:solidFill>
          <a:latin typeface="Bookman Old Style" panose="02050604050505020204" pitchFamily="18" charset="0"/>
        </a:defRPr>
      </a:lvl8pPr>
      <a:lvl9pPr marL="1828800" algn="l" rtl="0" fontAlgn="base">
        <a:lnSpc>
          <a:spcPct val="90000"/>
        </a:lnSpc>
        <a:spcBef>
          <a:spcPct val="0"/>
        </a:spcBef>
        <a:spcAft>
          <a:spcPct val="0"/>
        </a:spcAft>
        <a:defRPr sz="2800" b="1">
          <a:solidFill>
            <a:srgbClr val="002060"/>
          </a:solidFill>
          <a:latin typeface="Bookman Old Style" panose="02050604050505020204" pitchFamily="18" charset="0"/>
        </a:defRPr>
      </a:lvl9pPr>
    </p:titleStyle>
    <p:bodyStyle>
      <a:lvl1pPr marL="228600" indent="-228600" algn="just" rtl="0" eaLnBrk="0" fontAlgn="base" hangingPunct="0">
        <a:lnSpc>
          <a:spcPct val="90000"/>
        </a:lnSpc>
        <a:spcBef>
          <a:spcPts val="1000"/>
        </a:spcBef>
        <a:spcAft>
          <a:spcPct val="0"/>
        </a:spcAft>
        <a:buFont typeface="Arial" panose="020B0604020202020204" pitchFamily="34" charset="0"/>
        <a:buChar char="•"/>
        <a:defRPr sz="3200" kern="1200">
          <a:solidFill>
            <a:schemeClr val="tx1"/>
          </a:solidFill>
          <a:latin typeface="+mn-lt"/>
          <a:ea typeface="+mn-ea"/>
          <a:cs typeface="+mn-cs"/>
        </a:defRPr>
      </a:lvl1pPr>
      <a:lvl2pPr marL="685800" indent="-228600" algn="just" rtl="0" eaLnBrk="0" fontAlgn="base" hangingPunct="0">
        <a:lnSpc>
          <a:spcPct val="90000"/>
        </a:lnSpc>
        <a:spcBef>
          <a:spcPts val="5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just"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just"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just"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D44FE6EA-6117-D12D-5FC9-F998CFE2755B}"/>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CE7AA6F9-2294-0E14-0424-EC635A973D2E}"/>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2F894F2-07B8-CBCF-2679-80F81F7FC7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mtClean="0">
                <a:solidFill>
                  <a:schemeClr val="tx1">
                    <a:tint val="82000"/>
                  </a:schemeClr>
                </a:solidFill>
              </a:defRPr>
            </a:lvl1pPr>
          </a:lstStyle>
          <a:p>
            <a:pPr>
              <a:defRPr/>
            </a:pPr>
            <a:fld id="{1DB5C48C-1633-4F5F-99FC-FF45B6D927E3}" type="datetimeFigureOut">
              <a:rPr lang="en-US"/>
              <a:pPr>
                <a:defRPr/>
              </a:pPr>
              <a:t>5/2/2025</a:t>
            </a:fld>
            <a:endParaRPr lang="en-US"/>
          </a:p>
        </p:txBody>
      </p:sp>
      <p:sp>
        <p:nvSpPr>
          <p:cNvPr id="5" name="Footer Placeholder 4">
            <a:extLst>
              <a:ext uri="{FF2B5EF4-FFF2-40B4-BE49-F238E27FC236}">
                <a16:creationId xmlns:a16="http://schemas.microsoft.com/office/drawing/2014/main" id="{28051100-A67D-B064-1E40-B9609596BC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38DEE42C-B136-0CA7-F026-EA219DC411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mtClean="0">
                <a:solidFill>
                  <a:schemeClr val="tx1">
                    <a:tint val="82000"/>
                  </a:schemeClr>
                </a:solidFill>
              </a:defRPr>
            </a:lvl1pPr>
          </a:lstStyle>
          <a:p>
            <a:pPr>
              <a:defRPr/>
            </a:pPr>
            <a:fld id="{19A028C2-3B20-41DB-803A-AB64C47910A9}"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215" r:id="rId1"/>
    <p:sldLayoutId id="2147484216" r:id="rId2"/>
    <p:sldLayoutId id="2147484217" r:id="rId3"/>
    <p:sldLayoutId id="2147484218" r:id="rId4"/>
    <p:sldLayoutId id="2147484219" r:id="rId5"/>
    <p:sldLayoutId id="2147484220" r:id="rId6"/>
    <p:sldLayoutId id="2147484221" r:id="rId7"/>
    <p:sldLayoutId id="2147484222" r:id="rId8"/>
    <p:sldLayoutId id="2147484223" r:id="rId9"/>
    <p:sldLayoutId id="2147484224" r:id="rId10"/>
    <p:sldLayoutId id="2147484225"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Aptos Display" panose="020B0004020202020204" pitchFamily="34" charset="0"/>
        </a:defRPr>
      </a:lvl2pPr>
      <a:lvl3pPr algn="l" rtl="0" fontAlgn="base">
        <a:lnSpc>
          <a:spcPct val="90000"/>
        </a:lnSpc>
        <a:spcBef>
          <a:spcPct val="0"/>
        </a:spcBef>
        <a:spcAft>
          <a:spcPct val="0"/>
        </a:spcAft>
        <a:defRPr sz="4400">
          <a:solidFill>
            <a:schemeClr val="tx1"/>
          </a:solidFill>
          <a:latin typeface="Aptos Display" panose="020B0004020202020204" pitchFamily="34" charset="0"/>
        </a:defRPr>
      </a:lvl3pPr>
      <a:lvl4pPr algn="l" rtl="0" fontAlgn="base">
        <a:lnSpc>
          <a:spcPct val="90000"/>
        </a:lnSpc>
        <a:spcBef>
          <a:spcPct val="0"/>
        </a:spcBef>
        <a:spcAft>
          <a:spcPct val="0"/>
        </a:spcAft>
        <a:defRPr sz="4400">
          <a:solidFill>
            <a:schemeClr val="tx1"/>
          </a:solidFill>
          <a:latin typeface="Aptos Display" panose="020B0004020202020204" pitchFamily="34" charset="0"/>
        </a:defRPr>
      </a:lvl4pPr>
      <a:lvl5pPr algn="l" rtl="0" fontAlgn="base">
        <a:lnSpc>
          <a:spcPct val="90000"/>
        </a:lnSpc>
        <a:spcBef>
          <a:spcPct val="0"/>
        </a:spcBef>
        <a:spcAft>
          <a:spcPct val="0"/>
        </a:spcAft>
        <a:defRPr sz="4400">
          <a:solidFill>
            <a:schemeClr val="tx1"/>
          </a:solidFill>
          <a:latin typeface="Aptos Display" panose="020B0004020202020204" pitchFamily="34" charset="0"/>
        </a:defRPr>
      </a:lvl5pPr>
      <a:lvl6pPr marL="457200" algn="l" rtl="0" fontAlgn="base">
        <a:lnSpc>
          <a:spcPct val="90000"/>
        </a:lnSpc>
        <a:spcBef>
          <a:spcPct val="0"/>
        </a:spcBef>
        <a:spcAft>
          <a:spcPct val="0"/>
        </a:spcAft>
        <a:defRPr sz="4400">
          <a:solidFill>
            <a:schemeClr val="tx1"/>
          </a:solidFill>
          <a:latin typeface="Aptos Display" panose="020B0004020202020204" pitchFamily="34" charset="0"/>
        </a:defRPr>
      </a:lvl6pPr>
      <a:lvl7pPr marL="914400" algn="l" rtl="0" fontAlgn="base">
        <a:lnSpc>
          <a:spcPct val="90000"/>
        </a:lnSpc>
        <a:spcBef>
          <a:spcPct val="0"/>
        </a:spcBef>
        <a:spcAft>
          <a:spcPct val="0"/>
        </a:spcAft>
        <a:defRPr sz="4400">
          <a:solidFill>
            <a:schemeClr val="tx1"/>
          </a:solidFill>
          <a:latin typeface="Aptos Display" panose="020B0004020202020204" pitchFamily="34" charset="0"/>
        </a:defRPr>
      </a:lvl7pPr>
      <a:lvl8pPr marL="1371600" algn="l" rtl="0" fontAlgn="base">
        <a:lnSpc>
          <a:spcPct val="90000"/>
        </a:lnSpc>
        <a:spcBef>
          <a:spcPct val="0"/>
        </a:spcBef>
        <a:spcAft>
          <a:spcPct val="0"/>
        </a:spcAft>
        <a:defRPr sz="4400">
          <a:solidFill>
            <a:schemeClr val="tx1"/>
          </a:solidFill>
          <a:latin typeface="Aptos Display" panose="020B0004020202020204" pitchFamily="34" charset="0"/>
        </a:defRPr>
      </a:lvl8pPr>
      <a:lvl9pPr marL="1828800" algn="l" rtl="0" fontAlgn="base">
        <a:lnSpc>
          <a:spcPct val="90000"/>
        </a:lnSpc>
        <a:spcBef>
          <a:spcPct val="0"/>
        </a:spcBef>
        <a:spcAft>
          <a:spcPct val="0"/>
        </a:spcAft>
        <a:defRPr sz="4400">
          <a:solidFill>
            <a:schemeClr val="tx1"/>
          </a:solidFill>
          <a:latin typeface="Aptos Display" panose="020B000402020202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mdpi.com/2079-9292/13/18/3601?utm_source=chatgpt.com" TargetMode="External"/><Relationship Id="rId2" Type="http://schemas.openxmlformats.org/officeDocument/2006/relationships/hyperlink" Target="https://doi.org/10.3390/electronics13183601"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16">
            <a:extLst>
              <a:ext uri="{FF2B5EF4-FFF2-40B4-BE49-F238E27FC236}">
                <a16:creationId xmlns:a16="http://schemas.microsoft.com/office/drawing/2014/main" id="{E094A172-B134-5AF7-0DFB-A3A76F0D52ED}"/>
              </a:ext>
            </a:extLst>
          </p:cNvPr>
          <p:cNvSpPr>
            <a:spLocks noGrp="1"/>
          </p:cNvSpPr>
          <p:nvPr>
            <p:ph type="sldNum" sz="quarter" idx="10"/>
          </p:nvPr>
        </p:nvSpPr>
        <p:spPr bwMode="auto">
          <a:xfrm>
            <a:off x="10983913" y="6411913"/>
            <a:ext cx="317500" cy="263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8100" algn="just">
              <a:lnSpc>
                <a:spcPct val="90000"/>
              </a:lnSpc>
              <a:spcBef>
                <a:spcPts val="1000"/>
              </a:spcBef>
              <a:buFont typeface="Arial" panose="020B0604020202020204" pitchFamily="34" charset="0"/>
              <a:buChar char="•"/>
              <a:defRPr sz="3200">
                <a:solidFill>
                  <a:schemeClr val="tx1"/>
                </a:solidFill>
                <a:latin typeface="Bookman Old Style" panose="02050604050505020204" pitchFamily="18" charset="0"/>
              </a:defRPr>
            </a:lvl1pPr>
            <a:lvl2pPr marL="742950" indent="-285750" algn="just">
              <a:lnSpc>
                <a:spcPct val="90000"/>
              </a:lnSpc>
              <a:spcBef>
                <a:spcPts val="500"/>
              </a:spcBef>
              <a:buFont typeface="Arial" panose="020B0604020202020204" pitchFamily="34" charset="0"/>
              <a:buChar char="•"/>
              <a:defRPr sz="2800">
                <a:solidFill>
                  <a:schemeClr val="tx1"/>
                </a:solidFill>
                <a:latin typeface="Bookman Old Style" panose="02050604050505020204" pitchFamily="18" charset="0"/>
              </a:defRPr>
            </a:lvl2pPr>
            <a:lvl3pPr marL="1143000" indent="-228600" algn="just">
              <a:lnSpc>
                <a:spcPct val="90000"/>
              </a:lnSpc>
              <a:spcBef>
                <a:spcPts val="500"/>
              </a:spcBef>
              <a:buFont typeface="Arial" panose="020B0604020202020204" pitchFamily="34" charset="0"/>
              <a:buChar char="•"/>
              <a:defRPr sz="2400">
                <a:solidFill>
                  <a:schemeClr val="tx1"/>
                </a:solidFill>
                <a:latin typeface="Bookman Old Style" panose="02050604050505020204" pitchFamily="18" charset="0"/>
              </a:defRPr>
            </a:lvl3pPr>
            <a:lvl4pPr marL="16002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4pPr>
            <a:lvl5pPr marL="20574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5pPr>
            <a:lvl6pPr marL="25146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6pPr>
            <a:lvl7pPr marL="29718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7pPr>
            <a:lvl8pPr marL="34290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8pPr>
            <a:lvl9pPr marL="38862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9pPr>
          </a:lstStyle>
          <a:p>
            <a:pPr algn="l">
              <a:lnSpc>
                <a:spcPct val="100000"/>
              </a:lnSpc>
              <a:spcBef>
                <a:spcPts val="13"/>
              </a:spcBef>
              <a:buFontTx/>
              <a:buNone/>
            </a:pPr>
            <a:fld id="{D544FD08-8F31-4653-BDE5-DCDDC01129A5}" type="slidenum">
              <a:rPr lang="en-IN" altLang="en-US" sz="1600" smtClean="0">
                <a:solidFill>
                  <a:srgbClr val="001F5F"/>
                </a:solidFill>
                <a:latin typeface="Cambria" panose="02040503050406030204" pitchFamily="18" charset="0"/>
                <a:ea typeface="Cambria" panose="02040503050406030204" pitchFamily="18" charset="0"/>
                <a:cs typeface="Cambria" panose="02040503050406030204" pitchFamily="18" charset="0"/>
              </a:rPr>
              <a:pPr algn="l">
                <a:lnSpc>
                  <a:spcPct val="100000"/>
                </a:lnSpc>
                <a:spcBef>
                  <a:spcPts val="13"/>
                </a:spcBef>
                <a:buFontTx/>
                <a:buNone/>
              </a:pPr>
              <a:t>1</a:t>
            </a:fld>
            <a:endParaRPr lang="en-US" altLang="en-US" sz="1600">
              <a:solidFill>
                <a:srgbClr val="001F5F"/>
              </a:solidFill>
              <a:latin typeface="Cambria" panose="02040503050406030204" pitchFamily="18" charset="0"/>
              <a:ea typeface="Cambria" panose="02040503050406030204" pitchFamily="18" charset="0"/>
              <a:cs typeface="Cambria" panose="02040503050406030204" pitchFamily="18" charset="0"/>
            </a:endParaRPr>
          </a:p>
        </p:txBody>
      </p:sp>
      <p:sp>
        <p:nvSpPr>
          <p:cNvPr id="5123" name="Rectangle 8">
            <a:extLst>
              <a:ext uri="{FF2B5EF4-FFF2-40B4-BE49-F238E27FC236}">
                <a16:creationId xmlns:a16="http://schemas.microsoft.com/office/drawing/2014/main" id="{DF8933E2-F220-A0B3-55F9-B61C9AB519B8}"/>
              </a:ext>
            </a:extLst>
          </p:cNvPr>
          <p:cNvSpPr>
            <a:spLocks noChangeArrowheads="1"/>
          </p:cNvSpPr>
          <p:nvPr/>
        </p:nvSpPr>
        <p:spPr bwMode="auto">
          <a:xfrm>
            <a:off x="1314061" y="1603520"/>
            <a:ext cx="9563877" cy="1200329"/>
          </a:xfrm>
          <a:prstGeom prst="rect">
            <a:avLst/>
          </a:prstGeom>
          <a:noFill/>
          <a:ln w="9525">
            <a:noFill/>
            <a:miter lim="800000"/>
            <a:headEnd/>
            <a:tailEnd/>
          </a:ln>
        </p:spPr>
        <p:txBody>
          <a:bodyPr wrap="square">
            <a:spAutoFit/>
          </a:bodyPr>
          <a:lstStyle/>
          <a:p>
            <a:pPr algn="ctr" eaLnBrk="1" hangingPunct="1">
              <a:defRPr/>
            </a:pPr>
            <a:r>
              <a:rPr lang="en-US" sz="2400" b="1" kern="100" dirty="0">
                <a:effectLst/>
                <a:latin typeface="+mj-lt"/>
                <a:ea typeface="Calibri" panose="020F0502020204030204" pitchFamily="34" charset="0"/>
                <a:cs typeface="Times New Roman" panose="02020603050405020304" pitchFamily="18" charset="0"/>
              </a:rPr>
              <a:t>Automated intrusion detection and alert system with </a:t>
            </a:r>
            <a:r>
              <a:rPr lang="en-US" sz="2400" b="1" kern="100" dirty="0" err="1">
                <a:effectLst/>
                <a:latin typeface="+mj-lt"/>
                <a:ea typeface="Calibri" panose="020F0502020204030204" pitchFamily="34" charset="0"/>
                <a:cs typeface="Times New Roman" panose="02020603050405020304" pitchFamily="18" charset="0"/>
              </a:rPr>
              <a:t>Iot</a:t>
            </a:r>
            <a:r>
              <a:rPr lang="en-US" sz="2400" b="1" kern="100" dirty="0">
                <a:effectLst/>
                <a:latin typeface="+mj-lt"/>
                <a:ea typeface="Calibri" panose="020F0502020204030204" pitchFamily="34" charset="0"/>
                <a:cs typeface="Times New Roman" panose="02020603050405020304" pitchFamily="18" charset="0"/>
              </a:rPr>
              <a:t> integrated and </a:t>
            </a:r>
            <a:r>
              <a:rPr lang="en-US" sz="2400" b="1" kern="100" dirty="0">
                <a:latin typeface="+mj-lt"/>
                <a:ea typeface="Calibri" panose="020F0502020204030204" pitchFamily="34" charset="0"/>
                <a:cs typeface="Times New Roman" panose="02020603050405020304" pitchFamily="18" charset="0"/>
              </a:rPr>
              <a:t>AI</a:t>
            </a:r>
            <a:r>
              <a:rPr lang="en-US" sz="2400" b="1" kern="100" dirty="0">
                <a:effectLst/>
                <a:latin typeface="+mj-lt"/>
                <a:ea typeface="Calibri" panose="020F0502020204030204" pitchFamily="34" charset="0"/>
                <a:cs typeface="Times New Roman" panose="02020603050405020304" pitchFamily="18" charset="0"/>
              </a:rPr>
              <a:t>.</a:t>
            </a:r>
            <a:endParaRPr lang="en-IN" sz="2400" b="1" kern="100" dirty="0">
              <a:effectLst/>
              <a:latin typeface="+mj-lt"/>
              <a:ea typeface="Calibri" panose="020F0502020204030204" pitchFamily="34" charset="0"/>
              <a:cs typeface="Times New Roman" panose="02020603050405020304" pitchFamily="18" charset="0"/>
            </a:endParaRPr>
          </a:p>
          <a:p>
            <a:pPr algn="ctr" eaLnBrk="1" hangingPunct="1">
              <a:defRPr/>
            </a:pPr>
            <a:endParaRPr lang="en-US" sz="2400" b="1" dirty="0">
              <a:latin typeface="+mj-lt"/>
            </a:endParaRPr>
          </a:p>
        </p:txBody>
      </p:sp>
      <p:pic>
        <p:nvPicPr>
          <p:cNvPr id="1026" name="Picture 2" descr="Deep learning enabled intrusion detection system for Industrial IOT  environment - ScienceDirect">
            <a:extLst>
              <a:ext uri="{FF2B5EF4-FFF2-40B4-BE49-F238E27FC236}">
                <a16:creationId xmlns:a16="http://schemas.microsoft.com/office/drawing/2014/main" id="{661681BA-5A2A-0484-FC65-0AEC6A673A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5781" y="3255023"/>
            <a:ext cx="3632427" cy="260460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equential Model Based Intrusion Detection System for IoT Servers Using Deep  Learning Methods">
            <a:extLst>
              <a:ext uri="{FF2B5EF4-FFF2-40B4-BE49-F238E27FC236}">
                <a16:creationId xmlns:a16="http://schemas.microsoft.com/office/drawing/2014/main" id="{8E87978B-16E1-DAB7-AC60-BE25F1FF2B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5519" y="3233058"/>
            <a:ext cx="3375230" cy="28225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C855B386-3406-F778-382D-EA6FB5FA06C1}"/>
              </a:ext>
            </a:extLst>
          </p:cNvPr>
          <p:cNvSpPr>
            <a:spLocks noGrp="1"/>
          </p:cNvSpPr>
          <p:nvPr>
            <p:ph type="title"/>
          </p:nvPr>
        </p:nvSpPr>
        <p:spPr>
          <a:xfrm>
            <a:off x="1311275" y="203200"/>
            <a:ext cx="8902700" cy="595313"/>
          </a:xfrm>
        </p:spPr>
        <p:txBody>
          <a:bodyPr/>
          <a:lstStyle/>
          <a:p>
            <a:r>
              <a:rPr lang="en-US" altLang="en-US"/>
              <a:t>Team Details</a:t>
            </a:r>
          </a:p>
        </p:txBody>
      </p:sp>
      <p:sp>
        <p:nvSpPr>
          <p:cNvPr id="20483" name="Slide Number Placeholder 3">
            <a:extLst>
              <a:ext uri="{FF2B5EF4-FFF2-40B4-BE49-F238E27FC236}">
                <a16:creationId xmlns:a16="http://schemas.microsoft.com/office/drawing/2014/main" id="{36FD7484-2CFC-D0ED-105F-A4519F18B6A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90000"/>
              </a:lnSpc>
              <a:spcBef>
                <a:spcPts val="1000"/>
              </a:spcBef>
              <a:buFont typeface="Arial" panose="020B0604020202020204" pitchFamily="34" charset="0"/>
              <a:buChar char="•"/>
              <a:defRPr sz="3200">
                <a:solidFill>
                  <a:schemeClr val="tx1"/>
                </a:solidFill>
                <a:latin typeface="Bookman Old Style" panose="02050604050505020204" pitchFamily="18" charset="0"/>
              </a:defRPr>
            </a:lvl1pPr>
            <a:lvl2pPr marL="742950" indent="-285750" algn="just">
              <a:lnSpc>
                <a:spcPct val="90000"/>
              </a:lnSpc>
              <a:spcBef>
                <a:spcPts val="500"/>
              </a:spcBef>
              <a:buFont typeface="Arial" panose="020B0604020202020204" pitchFamily="34" charset="0"/>
              <a:buChar char="•"/>
              <a:defRPr sz="2800">
                <a:solidFill>
                  <a:schemeClr val="tx1"/>
                </a:solidFill>
                <a:latin typeface="Bookman Old Style" panose="02050604050505020204" pitchFamily="18" charset="0"/>
              </a:defRPr>
            </a:lvl2pPr>
            <a:lvl3pPr marL="1143000" indent="-228600" algn="just">
              <a:lnSpc>
                <a:spcPct val="90000"/>
              </a:lnSpc>
              <a:spcBef>
                <a:spcPts val="500"/>
              </a:spcBef>
              <a:buFont typeface="Arial" panose="020B0604020202020204" pitchFamily="34" charset="0"/>
              <a:buChar char="•"/>
              <a:defRPr sz="2400">
                <a:solidFill>
                  <a:schemeClr val="tx1"/>
                </a:solidFill>
                <a:latin typeface="Bookman Old Style" panose="02050604050505020204" pitchFamily="18" charset="0"/>
              </a:defRPr>
            </a:lvl3pPr>
            <a:lvl4pPr marL="16002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4pPr>
            <a:lvl5pPr marL="20574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5pPr>
            <a:lvl6pPr marL="25146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6pPr>
            <a:lvl7pPr marL="29718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7pPr>
            <a:lvl8pPr marL="34290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8pPr>
            <a:lvl9pPr marL="38862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9pPr>
          </a:lstStyle>
          <a:p>
            <a:pPr algn="r">
              <a:lnSpc>
                <a:spcPct val="100000"/>
              </a:lnSpc>
              <a:spcBef>
                <a:spcPct val="0"/>
              </a:spcBef>
              <a:buFontTx/>
              <a:buNone/>
            </a:pPr>
            <a:fld id="{A1F0F7BA-1B9B-4CF4-A93E-760DB7A2E326}" type="slidenum">
              <a:rPr lang="en-US" altLang="en-US" sz="1400" smtClean="0">
                <a:solidFill>
                  <a:srgbClr val="002060"/>
                </a:solidFill>
              </a:rPr>
              <a:pPr algn="r">
                <a:lnSpc>
                  <a:spcPct val="100000"/>
                </a:lnSpc>
                <a:spcBef>
                  <a:spcPct val="0"/>
                </a:spcBef>
                <a:buFontTx/>
                <a:buNone/>
              </a:pPr>
              <a:t>2</a:t>
            </a:fld>
            <a:endParaRPr lang="en-US" altLang="en-US" sz="1400">
              <a:solidFill>
                <a:srgbClr val="002060"/>
              </a:solidFill>
            </a:endParaRPr>
          </a:p>
        </p:txBody>
      </p:sp>
      <p:sp>
        <p:nvSpPr>
          <p:cNvPr id="25" name="Rectangle 24">
            <a:extLst>
              <a:ext uri="{FF2B5EF4-FFF2-40B4-BE49-F238E27FC236}">
                <a16:creationId xmlns:a16="http://schemas.microsoft.com/office/drawing/2014/main" id="{3DB24DC6-A1E1-6D3C-EB34-C5036505C5BE}"/>
              </a:ext>
            </a:extLst>
          </p:cNvPr>
          <p:cNvSpPr/>
          <p:nvPr/>
        </p:nvSpPr>
        <p:spPr>
          <a:xfrm>
            <a:off x="7385050" y="2505075"/>
            <a:ext cx="1444625" cy="147161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srgbClr val="FFFFFF"/>
              </a:solidFill>
              <a:latin typeface="Graphik"/>
            </a:endParaRPr>
          </a:p>
        </p:txBody>
      </p:sp>
      <p:sp>
        <p:nvSpPr>
          <p:cNvPr id="26" name="Rectangle 25">
            <a:extLst>
              <a:ext uri="{FF2B5EF4-FFF2-40B4-BE49-F238E27FC236}">
                <a16:creationId xmlns:a16="http://schemas.microsoft.com/office/drawing/2014/main" id="{CF867EB2-B454-FD7C-3578-23437396744D}"/>
              </a:ext>
            </a:extLst>
          </p:cNvPr>
          <p:cNvSpPr/>
          <p:nvPr/>
        </p:nvSpPr>
        <p:spPr>
          <a:xfrm>
            <a:off x="852488" y="2506663"/>
            <a:ext cx="1444625" cy="14716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srgbClr val="FFFFFF"/>
              </a:solidFill>
              <a:latin typeface="Graphik"/>
            </a:endParaRPr>
          </a:p>
        </p:txBody>
      </p:sp>
      <p:sp>
        <p:nvSpPr>
          <p:cNvPr id="28" name="Slide Number Placeholder 9">
            <a:extLst>
              <a:ext uri="{FF2B5EF4-FFF2-40B4-BE49-F238E27FC236}">
                <a16:creationId xmlns:a16="http://schemas.microsoft.com/office/drawing/2014/main" id="{C29F7B7A-68DB-1800-EC54-EFC388F21C0E}"/>
              </a:ext>
            </a:extLst>
          </p:cNvPr>
          <p:cNvSpPr txBox="1">
            <a:spLocks/>
          </p:cNvSpPr>
          <p:nvPr/>
        </p:nvSpPr>
        <p:spPr>
          <a:xfrm>
            <a:off x="11506202" y="6519009"/>
            <a:ext cx="385711" cy="206375"/>
          </a:xfrm>
          <a:prstGeom prst="rect">
            <a:avLst/>
          </a:prstGeom>
        </p:spPr>
        <p:txBody>
          <a:bodyPr/>
          <a:lstStyle/>
          <a:p>
            <a:pPr eaLnBrk="1" fontAlgn="auto" hangingPunct="1">
              <a:spcBef>
                <a:spcPts val="0"/>
              </a:spcBef>
              <a:spcAft>
                <a:spcPts val="0"/>
              </a:spcAft>
              <a:defRPr/>
            </a:pPr>
            <a:fld id="{DD5D3BA4-87EC-4B50-A13F-FDBB68D9C555}" type="slidenum">
              <a:rPr lang="en-US" sz="800">
                <a:solidFill>
                  <a:srgbClr val="000000">
                    <a:alpha val="40000"/>
                  </a:srgbClr>
                </a:solidFill>
                <a:latin typeface="Graphik"/>
              </a:rPr>
              <a:pPr eaLnBrk="1" fontAlgn="auto" hangingPunct="1">
                <a:spcBef>
                  <a:spcPts val="0"/>
                </a:spcBef>
                <a:spcAft>
                  <a:spcPts val="0"/>
                </a:spcAft>
                <a:defRPr/>
              </a:pPr>
              <a:t>2</a:t>
            </a:fld>
            <a:endParaRPr lang="en-US" sz="800" dirty="0">
              <a:solidFill>
                <a:srgbClr val="000000">
                  <a:alpha val="40000"/>
                </a:srgbClr>
              </a:solidFill>
              <a:latin typeface="Graphik"/>
            </a:endParaRPr>
          </a:p>
        </p:txBody>
      </p:sp>
      <p:pic>
        <p:nvPicPr>
          <p:cNvPr id="20487" name="Picture Placeholder 75">
            <a:extLst>
              <a:ext uri="{FF2B5EF4-FFF2-40B4-BE49-F238E27FC236}">
                <a16:creationId xmlns:a16="http://schemas.microsoft.com/office/drawing/2014/main" id="{D265DC65-5E2A-281E-7F05-127D0E959B8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848856" y="2503487"/>
            <a:ext cx="1442846" cy="1480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Text Placeholder 27">
            <a:extLst>
              <a:ext uri="{FF2B5EF4-FFF2-40B4-BE49-F238E27FC236}">
                <a16:creationId xmlns:a16="http://schemas.microsoft.com/office/drawing/2014/main" id="{ACF01654-7341-5F9A-8D12-9D80EF586DF6}"/>
              </a:ext>
            </a:extLst>
          </p:cNvPr>
          <p:cNvSpPr txBox="1">
            <a:spLocks/>
          </p:cNvSpPr>
          <p:nvPr/>
        </p:nvSpPr>
        <p:spPr>
          <a:xfrm>
            <a:off x="2393302" y="2338388"/>
            <a:ext cx="3904861" cy="441325"/>
          </a:xfrm>
          <a:prstGeom prst="rect">
            <a:avLst/>
          </a:prstGeom>
        </p:spPr>
        <p:txBody>
          <a:bodyPr lIns="0" tIns="0" rIns="0" bIns="0" anchor="b">
            <a:normAutofit fontScale="77500" lnSpcReduction="20000"/>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fontAlgn="auto">
              <a:defRPr/>
            </a:pPr>
            <a:r>
              <a:rPr lang="en-GB" sz="3100" dirty="0">
                <a:solidFill>
                  <a:srgbClr val="002060"/>
                </a:solidFill>
                <a:ea typeface="+mj-ea"/>
                <a:cs typeface="+mj-cs"/>
              </a:rPr>
              <a:t>Naresh Bista</a:t>
            </a:r>
            <a:r>
              <a:rPr lang="en-GB" sz="2400" dirty="0">
                <a:solidFill>
                  <a:srgbClr val="002060"/>
                </a:solidFill>
                <a:ea typeface="+mj-ea"/>
                <a:cs typeface="+mj-cs"/>
              </a:rPr>
              <a:t> (Team Leader)</a:t>
            </a:r>
          </a:p>
        </p:txBody>
      </p:sp>
      <p:cxnSp>
        <p:nvCxnSpPr>
          <p:cNvPr id="32" name="Straight Connector 31">
            <a:extLst>
              <a:ext uri="{FF2B5EF4-FFF2-40B4-BE49-F238E27FC236}">
                <a16:creationId xmlns:a16="http://schemas.microsoft.com/office/drawing/2014/main" id="{91EC9AD4-8224-780B-D953-12F8C17CB5AE}"/>
              </a:ext>
            </a:extLst>
          </p:cNvPr>
          <p:cNvCxnSpPr>
            <a:cxnSpLocks/>
          </p:cNvCxnSpPr>
          <p:nvPr/>
        </p:nvCxnSpPr>
        <p:spPr>
          <a:xfrm>
            <a:off x="6403910" y="1593850"/>
            <a:ext cx="0" cy="4524375"/>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F197437-C3D7-EAB2-3ACA-81F79875681E}"/>
              </a:ext>
            </a:extLst>
          </p:cNvPr>
          <p:cNvCxnSpPr/>
          <p:nvPr/>
        </p:nvCxnSpPr>
        <p:spPr>
          <a:xfrm>
            <a:off x="2597150" y="2867025"/>
            <a:ext cx="1717675"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graphicFrame>
        <p:nvGraphicFramePr>
          <p:cNvPr id="39" name="Table 2">
            <a:extLst>
              <a:ext uri="{FF2B5EF4-FFF2-40B4-BE49-F238E27FC236}">
                <a16:creationId xmlns:a16="http://schemas.microsoft.com/office/drawing/2014/main" id="{809CB47D-2A86-6C80-BBD4-7DBA753AE2E6}"/>
              </a:ext>
            </a:extLst>
          </p:cNvPr>
          <p:cNvGraphicFramePr>
            <a:graphicFrameLocks noGrp="1"/>
          </p:cNvGraphicFramePr>
          <p:nvPr>
            <p:extLst>
              <p:ext uri="{D42A27DB-BD31-4B8C-83A1-F6EECF244321}">
                <p14:modId xmlns:p14="http://schemas.microsoft.com/office/powerpoint/2010/main" val="2824038363"/>
              </p:ext>
            </p:extLst>
          </p:nvPr>
        </p:nvGraphicFramePr>
        <p:xfrm>
          <a:off x="461963" y="1173163"/>
          <a:ext cx="11617325" cy="420687"/>
        </p:xfrm>
        <a:graphic>
          <a:graphicData uri="http://schemas.openxmlformats.org/drawingml/2006/table">
            <a:tbl>
              <a:tblPr firstRow="1" bandRow="1">
                <a:tableStyleId>{D7AC3CCA-C797-4891-BE02-D94E43425B78}</a:tableStyleId>
              </a:tblPr>
              <a:tblGrid>
                <a:gridCol w="4382200">
                  <a:extLst>
                    <a:ext uri="{9D8B030D-6E8A-4147-A177-3AD203B41FA5}">
                      <a16:colId xmlns:a16="http://schemas.microsoft.com/office/drawing/2014/main" val="20000"/>
                    </a:ext>
                  </a:extLst>
                </a:gridCol>
                <a:gridCol w="7235125">
                  <a:extLst>
                    <a:ext uri="{9D8B030D-6E8A-4147-A177-3AD203B41FA5}">
                      <a16:colId xmlns:a16="http://schemas.microsoft.com/office/drawing/2014/main" val="20001"/>
                    </a:ext>
                  </a:extLst>
                </a:gridCol>
              </a:tblGrid>
              <a:tr h="420687">
                <a:tc>
                  <a:txBody>
                    <a:bodyPr/>
                    <a:lstStyle/>
                    <a:p>
                      <a:pPr algn="l" rtl="0" eaLnBrk="0" fontAlgn="base" hangingPunct="0">
                        <a:lnSpc>
                          <a:spcPct val="90000"/>
                        </a:lnSpc>
                        <a:spcBef>
                          <a:spcPct val="0"/>
                        </a:spcBef>
                        <a:spcAft>
                          <a:spcPct val="0"/>
                        </a:spcAft>
                      </a:pPr>
                      <a:r>
                        <a:rPr lang="en-US" sz="2400" b="1" kern="1200" dirty="0">
                          <a:solidFill>
                            <a:srgbClr val="002060"/>
                          </a:solidFill>
                          <a:latin typeface="+mj-lt"/>
                          <a:ea typeface="+mj-ea"/>
                          <a:cs typeface="+mj-cs"/>
                        </a:rPr>
                        <a:t>Team Name: A21</a:t>
                      </a:r>
                    </a:p>
                  </a:txBody>
                  <a:tcPr marL="91437" marR="91437" marT="45727" marB="45727">
                    <a:lnL w="6350" cap="flat" cmpd="sng" algn="ctr">
                      <a:solidFill>
                        <a:schemeClr val="accent2">
                          <a:lumMod val="20000"/>
                          <a:lumOff val="80000"/>
                        </a:schemeClr>
                      </a:solidFill>
                      <a:prstDash val="solid"/>
                      <a:round/>
                      <a:headEnd type="none" w="med" len="med"/>
                      <a:tailEnd type="none" w="med" len="med"/>
                    </a:lnL>
                    <a:lnR w="6350" cap="flat" cmpd="sng" algn="ctr">
                      <a:solidFill>
                        <a:schemeClr val="accent1">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accent1">
                          <a:lumMod val="20000"/>
                          <a:lumOff val="80000"/>
                        </a:schemeClr>
                      </a:solidFill>
                      <a:prstDash val="solid"/>
                      <a:round/>
                      <a:headEnd type="none" w="med" len="med"/>
                      <a:tailEnd type="none" w="med" len="med"/>
                    </a:lnB>
                    <a:solidFill>
                      <a:schemeClr val="bg2">
                        <a:lumMod val="20000"/>
                        <a:lumOff val="80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lang="en-US" sz="1000" b="1" dirty="0">
                        <a:solidFill>
                          <a:srgbClr val="A100FF"/>
                        </a:solidFill>
                      </a:endParaRPr>
                    </a:p>
                  </a:txBody>
                  <a:tcPr marL="91437" marR="91437" marT="45727" marB="45727">
                    <a:lnL w="6350" cap="flat" cmpd="sng" algn="ctr">
                      <a:solidFill>
                        <a:schemeClr val="accent1">
                          <a:lumMod val="20000"/>
                          <a:lumOff val="80000"/>
                        </a:schemeClr>
                      </a:solidFill>
                      <a:prstDash val="solid"/>
                      <a:round/>
                      <a:headEnd type="none" w="med" len="med"/>
                      <a:tailEnd type="none" w="med" len="med"/>
                    </a:lnL>
                    <a:lnR w="6350" cap="flat" cmpd="sng" algn="ctr">
                      <a:solidFill>
                        <a:schemeClr val="accent2">
                          <a:lumMod val="20000"/>
                          <a:lumOff val="80000"/>
                        </a:schemeClr>
                      </a:solidFill>
                      <a:prstDash val="solid"/>
                      <a:round/>
                      <a:headEnd type="none" w="med" len="med"/>
                      <a:tailEnd type="none" w="med" len="med"/>
                    </a:lnR>
                    <a:lnT w="6350" cap="flat" cmpd="sng" algn="ctr">
                      <a:solidFill>
                        <a:schemeClr val="accent2">
                          <a:lumMod val="20000"/>
                          <a:lumOff val="8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0"/>
                  </a:ext>
                </a:extLst>
              </a:tr>
            </a:tbl>
          </a:graphicData>
        </a:graphic>
      </p:graphicFrame>
      <p:sp>
        <p:nvSpPr>
          <p:cNvPr id="20502" name="TextBox 39">
            <a:extLst>
              <a:ext uri="{FF2B5EF4-FFF2-40B4-BE49-F238E27FC236}">
                <a16:creationId xmlns:a16="http://schemas.microsoft.com/office/drawing/2014/main" id="{2F1FF1C1-643F-ACA0-08BA-5F379ADE115A}"/>
              </a:ext>
            </a:extLst>
          </p:cNvPr>
          <p:cNvSpPr txBox="1">
            <a:spLocks noChangeArrowheads="1"/>
          </p:cNvSpPr>
          <p:nvPr/>
        </p:nvSpPr>
        <p:spPr bwMode="auto">
          <a:xfrm>
            <a:off x="2584450" y="2959100"/>
            <a:ext cx="2762250" cy="1348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90000"/>
              </a:lnSpc>
              <a:spcBef>
                <a:spcPts val="1000"/>
              </a:spcBef>
              <a:buFont typeface="Arial" panose="020B0604020202020204" pitchFamily="34" charset="0"/>
              <a:buChar char="•"/>
              <a:defRPr sz="3200">
                <a:solidFill>
                  <a:schemeClr val="tx1"/>
                </a:solidFill>
                <a:latin typeface="Bookman Old Style" panose="02050604050505020204" pitchFamily="18" charset="0"/>
              </a:defRPr>
            </a:lvl1pPr>
            <a:lvl2pPr marL="742950" indent="-285750" algn="just">
              <a:lnSpc>
                <a:spcPct val="90000"/>
              </a:lnSpc>
              <a:spcBef>
                <a:spcPts val="500"/>
              </a:spcBef>
              <a:buFont typeface="Arial" panose="020B0604020202020204" pitchFamily="34" charset="0"/>
              <a:buChar char="•"/>
              <a:defRPr sz="2800">
                <a:solidFill>
                  <a:schemeClr val="tx1"/>
                </a:solidFill>
                <a:latin typeface="Bookman Old Style" panose="02050604050505020204" pitchFamily="18" charset="0"/>
              </a:defRPr>
            </a:lvl2pPr>
            <a:lvl3pPr marL="1143000" indent="-228600" algn="just">
              <a:lnSpc>
                <a:spcPct val="90000"/>
              </a:lnSpc>
              <a:spcBef>
                <a:spcPts val="500"/>
              </a:spcBef>
              <a:buFont typeface="Arial" panose="020B0604020202020204" pitchFamily="34" charset="0"/>
              <a:buChar char="•"/>
              <a:defRPr sz="2400">
                <a:solidFill>
                  <a:schemeClr val="tx1"/>
                </a:solidFill>
                <a:latin typeface="Bookman Old Style" panose="02050604050505020204" pitchFamily="18" charset="0"/>
              </a:defRPr>
            </a:lvl3pPr>
            <a:lvl4pPr marL="16002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4pPr>
            <a:lvl5pPr marL="20574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5pPr>
            <a:lvl6pPr marL="25146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6pPr>
            <a:lvl7pPr marL="29718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7pPr>
            <a:lvl8pPr marL="34290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8pPr>
            <a:lvl9pPr marL="38862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9pPr>
          </a:lstStyle>
          <a:p>
            <a:pPr algn="l">
              <a:lnSpc>
                <a:spcPct val="150000"/>
              </a:lnSpc>
              <a:spcBef>
                <a:spcPct val="0"/>
              </a:spcBef>
              <a:buFontTx/>
              <a:buNone/>
            </a:pPr>
            <a:r>
              <a:rPr lang="en-US" altLang="en-US" sz="1400" dirty="0"/>
              <a:t>College: SPEC</a:t>
            </a:r>
          </a:p>
          <a:p>
            <a:pPr algn="l">
              <a:lnSpc>
                <a:spcPct val="150000"/>
              </a:lnSpc>
              <a:spcBef>
                <a:spcPct val="0"/>
              </a:spcBef>
              <a:buFontTx/>
              <a:buNone/>
            </a:pPr>
            <a:r>
              <a:rPr lang="en-US" altLang="en-US" sz="1400" dirty="0"/>
              <a:t>Stream : AI&amp;DS</a:t>
            </a:r>
          </a:p>
          <a:p>
            <a:pPr algn="l">
              <a:lnSpc>
                <a:spcPct val="150000"/>
              </a:lnSpc>
              <a:spcBef>
                <a:spcPct val="0"/>
              </a:spcBef>
              <a:buFontTx/>
              <a:buNone/>
            </a:pPr>
            <a:r>
              <a:rPr lang="en-US" altLang="en-US" sz="1400" dirty="0"/>
              <a:t>Year of graduation: 2025</a:t>
            </a:r>
          </a:p>
          <a:p>
            <a:pPr algn="l">
              <a:lnSpc>
                <a:spcPct val="150000"/>
              </a:lnSpc>
              <a:spcBef>
                <a:spcPct val="0"/>
              </a:spcBef>
              <a:buFontTx/>
              <a:buNone/>
            </a:pPr>
            <a:r>
              <a:rPr lang="en-US" altLang="en-US" sz="1400" dirty="0"/>
              <a:t>21BK1A7239</a:t>
            </a:r>
          </a:p>
        </p:txBody>
      </p:sp>
      <p:sp>
        <p:nvSpPr>
          <p:cNvPr id="20504" name="TextBox 43">
            <a:extLst>
              <a:ext uri="{FF2B5EF4-FFF2-40B4-BE49-F238E27FC236}">
                <a16:creationId xmlns:a16="http://schemas.microsoft.com/office/drawing/2014/main" id="{EDC8FAB9-DA73-AD0D-4143-70F5E154BD7F}"/>
              </a:ext>
            </a:extLst>
          </p:cNvPr>
          <p:cNvSpPr txBox="1">
            <a:spLocks noChangeArrowheads="1"/>
          </p:cNvSpPr>
          <p:nvPr/>
        </p:nvSpPr>
        <p:spPr bwMode="auto">
          <a:xfrm>
            <a:off x="8967788" y="3019425"/>
            <a:ext cx="2762250" cy="1348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90000"/>
              </a:lnSpc>
              <a:spcBef>
                <a:spcPts val="1000"/>
              </a:spcBef>
              <a:buFont typeface="Arial" panose="020B0604020202020204" pitchFamily="34" charset="0"/>
              <a:buChar char="•"/>
              <a:defRPr sz="3200">
                <a:solidFill>
                  <a:schemeClr val="tx1"/>
                </a:solidFill>
                <a:latin typeface="Bookman Old Style" panose="02050604050505020204" pitchFamily="18" charset="0"/>
              </a:defRPr>
            </a:lvl1pPr>
            <a:lvl2pPr marL="742950" indent="-285750" algn="just">
              <a:lnSpc>
                <a:spcPct val="90000"/>
              </a:lnSpc>
              <a:spcBef>
                <a:spcPts val="500"/>
              </a:spcBef>
              <a:buFont typeface="Arial" panose="020B0604020202020204" pitchFamily="34" charset="0"/>
              <a:buChar char="•"/>
              <a:defRPr sz="2800">
                <a:solidFill>
                  <a:schemeClr val="tx1"/>
                </a:solidFill>
                <a:latin typeface="Bookman Old Style" panose="02050604050505020204" pitchFamily="18" charset="0"/>
              </a:defRPr>
            </a:lvl2pPr>
            <a:lvl3pPr marL="1143000" indent="-228600" algn="just">
              <a:lnSpc>
                <a:spcPct val="90000"/>
              </a:lnSpc>
              <a:spcBef>
                <a:spcPts val="500"/>
              </a:spcBef>
              <a:buFont typeface="Arial" panose="020B0604020202020204" pitchFamily="34" charset="0"/>
              <a:buChar char="•"/>
              <a:defRPr sz="2400">
                <a:solidFill>
                  <a:schemeClr val="tx1"/>
                </a:solidFill>
                <a:latin typeface="Bookman Old Style" panose="02050604050505020204" pitchFamily="18" charset="0"/>
              </a:defRPr>
            </a:lvl3pPr>
            <a:lvl4pPr marL="16002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4pPr>
            <a:lvl5pPr marL="20574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5pPr>
            <a:lvl6pPr marL="25146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6pPr>
            <a:lvl7pPr marL="29718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7pPr>
            <a:lvl8pPr marL="34290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8pPr>
            <a:lvl9pPr marL="38862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9pPr>
          </a:lstStyle>
          <a:p>
            <a:pPr algn="l">
              <a:lnSpc>
                <a:spcPct val="150000"/>
              </a:lnSpc>
              <a:spcBef>
                <a:spcPct val="0"/>
              </a:spcBef>
              <a:buFontTx/>
              <a:buNone/>
            </a:pPr>
            <a:r>
              <a:rPr lang="en-US" altLang="en-US" sz="1400" dirty="0"/>
              <a:t>College: SPEC</a:t>
            </a:r>
          </a:p>
          <a:p>
            <a:pPr algn="l">
              <a:lnSpc>
                <a:spcPct val="150000"/>
              </a:lnSpc>
              <a:spcBef>
                <a:spcPct val="0"/>
              </a:spcBef>
              <a:buFontTx/>
              <a:buNone/>
            </a:pPr>
            <a:r>
              <a:rPr lang="en-US" altLang="en-US" sz="1400" dirty="0"/>
              <a:t>Stream: AI&amp;DS</a:t>
            </a:r>
          </a:p>
          <a:p>
            <a:pPr algn="l">
              <a:lnSpc>
                <a:spcPct val="150000"/>
              </a:lnSpc>
              <a:spcBef>
                <a:spcPct val="0"/>
              </a:spcBef>
              <a:buFontTx/>
              <a:buNone/>
            </a:pPr>
            <a:r>
              <a:rPr lang="en-US" altLang="en-US" sz="1400" dirty="0"/>
              <a:t>Year of graduation:2025</a:t>
            </a:r>
          </a:p>
          <a:p>
            <a:pPr algn="l">
              <a:lnSpc>
                <a:spcPct val="150000"/>
              </a:lnSpc>
              <a:spcBef>
                <a:spcPct val="0"/>
              </a:spcBef>
              <a:buFontTx/>
              <a:buNone/>
            </a:pPr>
            <a:r>
              <a:rPr lang="en-US" altLang="en-US" sz="1400" dirty="0"/>
              <a:t>21BK1A7223</a:t>
            </a:r>
          </a:p>
        </p:txBody>
      </p:sp>
      <p:sp>
        <p:nvSpPr>
          <p:cNvPr id="20505" name="TextBox 44">
            <a:extLst>
              <a:ext uri="{FF2B5EF4-FFF2-40B4-BE49-F238E27FC236}">
                <a16:creationId xmlns:a16="http://schemas.microsoft.com/office/drawing/2014/main" id="{28E080F8-C694-B231-8185-39230AC04E47}"/>
              </a:ext>
            </a:extLst>
          </p:cNvPr>
          <p:cNvSpPr txBox="1">
            <a:spLocks noChangeArrowheads="1"/>
          </p:cNvSpPr>
          <p:nvPr/>
        </p:nvSpPr>
        <p:spPr bwMode="auto">
          <a:xfrm>
            <a:off x="2605088" y="4940300"/>
            <a:ext cx="2763837" cy="1348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90000"/>
              </a:lnSpc>
              <a:spcBef>
                <a:spcPts val="1000"/>
              </a:spcBef>
              <a:buFont typeface="Arial" panose="020B0604020202020204" pitchFamily="34" charset="0"/>
              <a:buChar char="•"/>
              <a:defRPr sz="3200">
                <a:solidFill>
                  <a:schemeClr val="tx1"/>
                </a:solidFill>
                <a:latin typeface="Bookman Old Style" panose="02050604050505020204" pitchFamily="18" charset="0"/>
              </a:defRPr>
            </a:lvl1pPr>
            <a:lvl2pPr marL="742950" indent="-285750" algn="just">
              <a:lnSpc>
                <a:spcPct val="90000"/>
              </a:lnSpc>
              <a:spcBef>
                <a:spcPts val="500"/>
              </a:spcBef>
              <a:buFont typeface="Arial" panose="020B0604020202020204" pitchFamily="34" charset="0"/>
              <a:buChar char="•"/>
              <a:defRPr sz="2800">
                <a:solidFill>
                  <a:schemeClr val="tx1"/>
                </a:solidFill>
                <a:latin typeface="Bookman Old Style" panose="02050604050505020204" pitchFamily="18" charset="0"/>
              </a:defRPr>
            </a:lvl2pPr>
            <a:lvl3pPr marL="1143000" indent="-228600" algn="just">
              <a:lnSpc>
                <a:spcPct val="90000"/>
              </a:lnSpc>
              <a:spcBef>
                <a:spcPts val="500"/>
              </a:spcBef>
              <a:buFont typeface="Arial" panose="020B0604020202020204" pitchFamily="34" charset="0"/>
              <a:buChar char="•"/>
              <a:defRPr sz="2400">
                <a:solidFill>
                  <a:schemeClr val="tx1"/>
                </a:solidFill>
                <a:latin typeface="Bookman Old Style" panose="02050604050505020204" pitchFamily="18" charset="0"/>
              </a:defRPr>
            </a:lvl3pPr>
            <a:lvl4pPr marL="16002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4pPr>
            <a:lvl5pPr marL="20574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5pPr>
            <a:lvl6pPr marL="25146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6pPr>
            <a:lvl7pPr marL="29718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7pPr>
            <a:lvl8pPr marL="34290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8pPr>
            <a:lvl9pPr marL="38862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9pPr>
          </a:lstStyle>
          <a:p>
            <a:pPr algn="l">
              <a:lnSpc>
                <a:spcPct val="150000"/>
              </a:lnSpc>
              <a:spcBef>
                <a:spcPct val="0"/>
              </a:spcBef>
              <a:buFontTx/>
              <a:buNone/>
            </a:pPr>
            <a:r>
              <a:rPr lang="en-US" altLang="en-US" sz="1400" dirty="0"/>
              <a:t>College: SPEC</a:t>
            </a:r>
          </a:p>
          <a:p>
            <a:pPr algn="l">
              <a:lnSpc>
                <a:spcPct val="150000"/>
              </a:lnSpc>
              <a:spcBef>
                <a:spcPct val="0"/>
              </a:spcBef>
              <a:buFontTx/>
              <a:buNone/>
            </a:pPr>
            <a:r>
              <a:rPr lang="en-US" altLang="en-US" sz="1400" dirty="0"/>
              <a:t>Stream: AI&amp;DS</a:t>
            </a:r>
          </a:p>
          <a:p>
            <a:pPr algn="l">
              <a:lnSpc>
                <a:spcPct val="150000"/>
              </a:lnSpc>
              <a:spcBef>
                <a:spcPct val="0"/>
              </a:spcBef>
              <a:buFontTx/>
              <a:buNone/>
            </a:pPr>
            <a:r>
              <a:rPr lang="en-US" altLang="en-US" sz="1400" dirty="0"/>
              <a:t>Year of graduation:2025</a:t>
            </a:r>
          </a:p>
          <a:p>
            <a:pPr algn="l">
              <a:lnSpc>
                <a:spcPct val="150000"/>
              </a:lnSpc>
              <a:spcBef>
                <a:spcPct val="0"/>
              </a:spcBef>
              <a:buFontTx/>
              <a:buNone/>
            </a:pPr>
            <a:r>
              <a:rPr lang="en-US" altLang="en-US" sz="1400" dirty="0"/>
              <a:t>21BK1A7220</a:t>
            </a:r>
          </a:p>
        </p:txBody>
      </p:sp>
      <p:cxnSp>
        <p:nvCxnSpPr>
          <p:cNvPr id="46" name="Straight Connector 45">
            <a:extLst>
              <a:ext uri="{FF2B5EF4-FFF2-40B4-BE49-F238E27FC236}">
                <a16:creationId xmlns:a16="http://schemas.microsoft.com/office/drawing/2014/main" id="{4A939F36-B13E-D97C-CF59-91600D6547FC}"/>
              </a:ext>
            </a:extLst>
          </p:cNvPr>
          <p:cNvCxnSpPr/>
          <p:nvPr/>
        </p:nvCxnSpPr>
        <p:spPr>
          <a:xfrm>
            <a:off x="2684463" y="4913313"/>
            <a:ext cx="1717675"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119D230-988D-8E6F-528E-708960EBC035}"/>
              </a:ext>
            </a:extLst>
          </p:cNvPr>
          <p:cNvCxnSpPr/>
          <p:nvPr/>
        </p:nvCxnSpPr>
        <p:spPr>
          <a:xfrm>
            <a:off x="9150350" y="2927350"/>
            <a:ext cx="1717675" cy="0"/>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8" name="Text Placeholder 27">
            <a:extLst>
              <a:ext uri="{FF2B5EF4-FFF2-40B4-BE49-F238E27FC236}">
                <a16:creationId xmlns:a16="http://schemas.microsoft.com/office/drawing/2014/main" id="{CCC565D5-E976-4902-D478-E87BBD3D2D62}"/>
              </a:ext>
            </a:extLst>
          </p:cNvPr>
          <p:cNvSpPr txBox="1">
            <a:spLocks/>
          </p:cNvSpPr>
          <p:nvPr/>
        </p:nvSpPr>
        <p:spPr>
          <a:xfrm>
            <a:off x="2659063" y="4384675"/>
            <a:ext cx="3462337" cy="441325"/>
          </a:xfrm>
          <a:prstGeom prst="rect">
            <a:avLst/>
          </a:prstGeom>
        </p:spPr>
        <p:txBody>
          <a:bodyPr lIns="0" tIns="0" rIns="0" bIns="0" anchor="b">
            <a:normAutofit/>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fontAlgn="auto">
              <a:defRPr/>
            </a:pPr>
            <a:r>
              <a:rPr lang="en-IN" sz="2400" dirty="0" err="1">
                <a:solidFill>
                  <a:srgbClr val="002060"/>
                </a:solidFill>
                <a:ea typeface="+mj-ea"/>
                <a:cs typeface="+mj-cs"/>
              </a:rPr>
              <a:t>Gollapally</a:t>
            </a:r>
            <a:r>
              <a:rPr lang="en-IN" sz="1200" dirty="0">
                <a:solidFill>
                  <a:srgbClr val="002060"/>
                </a:solidFill>
                <a:ea typeface="+mj-ea"/>
                <a:cs typeface="+mj-cs"/>
              </a:rPr>
              <a:t> </a:t>
            </a:r>
            <a:r>
              <a:rPr lang="en-IN" sz="2400" dirty="0">
                <a:solidFill>
                  <a:srgbClr val="002060"/>
                </a:solidFill>
                <a:ea typeface="+mj-ea"/>
                <a:cs typeface="+mj-cs"/>
              </a:rPr>
              <a:t>Venu</a:t>
            </a:r>
            <a:endParaRPr lang="en-GB" sz="2400" dirty="0">
              <a:solidFill>
                <a:srgbClr val="002060"/>
              </a:solidFill>
              <a:ea typeface="+mj-ea"/>
              <a:cs typeface="+mj-cs"/>
            </a:endParaRPr>
          </a:p>
        </p:txBody>
      </p:sp>
      <p:sp>
        <p:nvSpPr>
          <p:cNvPr id="49" name="Text Placeholder 27">
            <a:extLst>
              <a:ext uri="{FF2B5EF4-FFF2-40B4-BE49-F238E27FC236}">
                <a16:creationId xmlns:a16="http://schemas.microsoft.com/office/drawing/2014/main" id="{1161C720-CB3D-97D6-A41B-57231804565E}"/>
              </a:ext>
            </a:extLst>
          </p:cNvPr>
          <p:cNvSpPr txBox="1">
            <a:spLocks/>
          </p:cNvSpPr>
          <p:nvPr/>
        </p:nvSpPr>
        <p:spPr>
          <a:xfrm>
            <a:off x="8977313" y="2433638"/>
            <a:ext cx="3462337" cy="441325"/>
          </a:xfrm>
          <a:prstGeom prst="rect">
            <a:avLst/>
          </a:prstGeom>
        </p:spPr>
        <p:txBody>
          <a:bodyPr lIns="0" tIns="0" rIns="0" bIns="0" anchor="b">
            <a:normAutofit/>
          </a:bodyPr>
          <a:lstStyle>
            <a:lvl1pPr marL="0" indent="0" algn="l" defTabSz="914377" rtl="0" eaLnBrk="1" latinLnBrk="0" hangingPunct="1">
              <a:lnSpc>
                <a:spcPct val="90000"/>
              </a:lnSpc>
              <a:spcBef>
                <a:spcPts val="1200"/>
              </a:spcBef>
              <a:spcAft>
                <a:spcPts val="1200"/>
              </a:spcAft>
              <a:buFont typeface="Arial" panose="020B0604020202020204" pitchFamily="34" charset="0"/>
              <a:buNone/>
              <a:defRPr lang="en-US" sz="3600" b="1" kern="1200" cap="none" baseline="0" dirty="0" smtClean="0">
                <a:solidFill>
                  <a:srgbClr val="A100FF"/>
                </a:solidFill>
                <a:latin typeface="+mj-lt"/>
                <a:ea typeface="+mn-ea"/>
                <a:cs typeface="+mn-cs"/>
              </a:defRPr>
            </a:lvl1pPr>
            <a:lvl2pPr marL="0" indent="0" algn="l" defTabSz="914377" rtl="0" eaLnBrk="1" latinLnBrk="0" hangingPunct="1">
              <a:lnSpc>
                <a:spcPct val="90000"/>
              </a:lnSpc>
              <a:spcBef>
                <a:spcPts val="1200"/>
              </a:spcBef>
              <a:spcAft>
                <a:spcPts val="1200"/>
              </a:spcAft>
              <a:buFont typeface="Arial" panose="020B0604020202020204" pitchFamily="34" charset="0"/>
              <a:buNone/>
              <a:defRPr sz="2200" kern="1200">
                <a:solidFill>
                  <a:schemeClr val="tx1"/>
                </a:solidFill>
                <a:latin typeface="+mn-lt"/>
                <a:ea typeface="+mn-ea"/>
                <a:cs typeface="+mn-cs"/>
              </a:defRPr>
            </a:lvl2pPr>
            <a:lvl3pPr marL="180975" indent="-180975" algn="l" defTabSz="914377" rtl="0" eaLnBrk="1" latinLnBrk="0" hangingPunct="1">
              <a:lnSpc>
                <a:spcPct val="90000"/>
              </a:lnSpc>
              <a:spcBef>
                <a:spcPts val="1200"/>
              </a:spcBef>
              <a:spcAft>
                <a:spcPts val="1200"/>
              </a:spcAft>
              <a:buFont typeface="Arial" panose="020B0604020202020204" pitchFamily="34" charset="0"/>
              <a:buChar char="•"/>
              <a:defRPr sz="1800" kern="1200">
                <a:solidFill>
                  <a:schemeClr val="tx1"/>
                </a:solidFill>
                <a:latin typeface="+mn-lt"/>
                <a:ea typeface="+mn-ea"/>
                <a:cs typeface="+mn-cs"/>
              </a:defRPr>
            </a:lvl3pPr>
            <a:lvl4pPr marL="173034" indent="-169858" algn="l" defTabSz="914377" rtl="0" eaLnBrk="1" latinLnBrk="0" hangingPunct="1">
              <a:lnSpc>
                <a:spcPct val="110000"/>
              </a:lnSpc>
              <a:spcBef>
                <a:spcPts val="0"/>
              </a:spcBef>
              <a:spcAft>
                <a:spcPts val="0"/>
              </a:spcAft>
              <a:buFont typeface="Arial" panose="020B0604020202020204" pitchFamily="34" charset="0"/>
              <a:buChar char="•"/>
              <a:defRPr sz="1800" kern="1200">
                <a:solidFill>
                  <a:schemeClr val="tx1"/>
                </a:solidFill>
                <a:latin typeface="+mn-lt"/>
                <a:ea typeface="+mn-ea"/>
                <a:cs typeface="+mn-cs"/>
              </a:defRPr>
            </a:lvl4pPr>
            <a:lvl5pPr marL="346066" indent="-177796" algn="l" defTabSz="914377" rtl="0" eaLnBrk="1" latinLnBrk="0" hangingPunct="1">
              <a:lnSpc>
                <a:spcPct val="110000"/>
              </a:lnSpc>
              <a:spcBef>
                <a:spcPts val="0"/>
              </a:spcBef>
              <a:spcAft>
                <a:spcPts val="0"/>
              </a:spcAft>
              <a:buFont typeface="Graphik" panose="020B0503030202060203" pitchFamily="34" charset="0"/>
              <a:buChar char="–"/>
              <a:defRPr sz="1400" kern="1200">
                <a:solidFill>
                  <a:schemeClr val="tx1"/>
                </a:solidFill>
                <a:latin typeface="+mn-lt"/>
                <a:ea typeface="+mn-ea"/>
                <a:cs typeface="+mn-cs"/>
              </a:defRPr>
            </a:lvl5pPr>
            <a:lvl6pPr marL="512750" indent="-173034" algn="l" defTabSz="914377"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0"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0"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0"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fontAlgn="auto">
              <a:defRPr/>
            </a:pPr>
            <a:r>
              <a:rPr lang="en-IN" sz="2400" dirty="0">
                <a:solidFill>
                  <a:srgbClr val="002060"/>
                </a:solidFill>
              </a:rPr>
              <a:t>Harsha</a:t>
            </a:r>
            <a:r>
              <a:rPr lang="en-IN" sz="2400" dirty="0">
                <a:solidFill>
                  <a:schemeClr val="tx1"/>
                </a:solidFill>
              </a:rPr>
              <a:t> </a:t>
            </a:r>
            <a:r>
              <a:rPr lang="en-IN" sz="2400" dirty="0">
                <a:solidFill>
                  <a:srgbClr val="002060"/>
                </a:solidFill>
              </a:rPr>
              <a:t>Surya</a:t>
            </a:r>
            <a:r>
              <a:rPr lang="en-GB" sz="2400" dirty="0">
                <a:solidFill>
                  <a:srgbClr val="002060"/>
                </a:solidFill>
                <a:ea typeface="+mj-ea"/>
                <a:cs typeface="+mj-cs"/>
              </a:rPr>
              <a:t> </a:t>
            </a:r>
          </a:p>
        </p:txBody>
      </p:sp>
      <p:pic>
        <p:nvPicPr>
          <p:cNvPr id="3" name="Picture 2">
            <a:extLst>
              <a:ext uri="{FF2B5EF4-FFF2-40B4-BE49-F238E27FC236}">
                <a16:creationId xmlns:a16="http://schemas.microsoft.com/office/drawing/2014/main" id="{981EA537-406E-C7B0-2ECE-0FBBD4A70B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8855" y="4384676"/>
            <a:ext cx="1442841" cy="1437626"/>
          </a:xfrm>
          <a:prstGeom prst="rect">
            <a:avLst/>
          </a:prstGeom>
        </p:spPr>
      </p:pic>
      <p:pic>
        <p:nvPicPr>
          <p:cNvPr id="5" name="Picture 4">
            <a:extLst>
              <a:ext uri="{FF2B5EF4-FFF2-40B4-BE49-F238E27FC236}">
                <a16:creationId xmlns:a16="http://schemas.microsoft.com/office/drawing/2014/main" id="{786D48E8-F599-EA61-6A1F-9306CE9EE5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85050" y="2511424"/>
            <a:ext cx="1444622" cy="147161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C83E27B1-64BF-4209-3162-5B92BFFCE5B9}"/>
              </a:ext>
            </a:extLst>
          </p:cNvPr>
          <p:cNvSpPr>
            <a:spLocks noGrp="1"/>
          </p:cNvSpPr>
          <p:nvPr>
            <p:ph type="title"/>
          </p:nvPr>
        </p:nvSpPr>
        <p:spPr>
          <a:xfrm>
            <a:off x="1128713" y="138113"/>
            <a:ext cx="8902700" cy="595312"/>
          </a:xfrm>
        </p:spPr>
        <p:txBody>
          <a:bodyPr/>
          <a:lstStyle/>
          <a:p>
            <a:pPr eaLnBrk="1" hangingPunct="1"/>
            <a:r>
              <a:rPr lang="en-US" altLang="en-US" dirty="0">
                <a:ea typeface="Cambria" panose="02040503050406030204" pitchFamily="18" charset="0"/>
                <a:cs typeface="Cambria" panose="02040503050406030204" pitchFamily="18" charset="0"/>
              </a:rPr>
              <a:t>Theme</a:t>
            </a:r>
          </a:p>
        </p:txBody>
      </p:sp>
      <p:sp>
        <p:nvSpPr>
          <p:cNvPr id="22531" name="Slide Number Placeholder 5">
            <a:extLst>
              <a:ext uri="{FF2B5EF4-FFF2-40B4-BE49-F238E27FC236}">
                <a16:creationId xmlns:a16="http://schemas.microsoft.com/office/drawing/2014/main" id="{54F7ECF1-A986-ABB4-B24E-99F6BFCC5A39}"/>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90000"/>
              </a:lnSpc>
              <a:spcBef>
                <a:spcPts val="1000"/>
              </a:spcBef>
              <a:buFont typeface="Arial" panose="020B0604020202020204" pitchFamily="34" charset="0"/>
              <a:buChar char="•"/>
              <a:defRPr sz="3200">
                <a:solidFill>
                  <a:schemeClr val="tx1"/>
                </a:solidFill>
                <a:latin typeface="Bookman Old Style" panose="02050604050505020204" pitchFamily="18" charset="0"/>
              </a:defRPr>
            </a:lvl1pPr>
            <a:lvl2pPr marL="742950" indent="-285750" algn="just">
              <a:lnSpc>
                <a:spcPct val="90000"/>
              </a:lnSpc>
              <a:spcBef>
                <a:spcPts val="500"/>
              </a:spcBef>
              <a:buFont typeface="Arial" panose="020B0604020202020204" pitchFamily="34" charset="0"/>
              <a:buChar char="•"/>
              <a:defRPr sz="2800">
                <a:solidFill>
                  <a:schemeClr val="tx1"/>
                </a:solidFill>
                <a:latin typeface="Bookman Old Style" panose="02050604050505020204" pitchFamily="18" charset="0"/>
              </a:defRPr>
            </a:lvl2pPr>
            <a:lvl3pPr marL="1143000" indent="-228600" algn="just">
              <a:lnSpc>
                <a:spcPct val="90000"/>
              </a:lnSpc>
              <a:spcBef>
                <a:spcPts val="500"/>
              </a:spcBef>
              <a:buFont typeface="Arial" panose="020B0604020202020204" pitchFamily="34" charset="0"/>
              <a:buChar char="•"/>
              <a:defRPr sz="2400">
                <a:solidFill>
                  <a:schemeClr val="tx1"/>
                </a:solidFill>
                <a:latin typeface="Bookman Old Style" panose="02050604050505020204" pitchFamily="18" charset="0"/>
              </a:defRPr>
            </a:lvl3pPr>
            <a:lvl4pPr marL="16002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4pPr>
            <a:lvl5pPr marL="20574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5pPr>
            <a:lvl6pPr marL="25146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6pPr>
            <a:lvl7pPr marL="29718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7pPr>
            <a:lvl8pPr marL="34290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8pPr>
            <a:lvl9pPr marL="38862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9pPr>
          </a:lstStyle>
          <a:p>
            <a:pPr algn="r">
              <a:lnSpc>
                <a:spcPct val="100000"/>
              </a:lnSpc>
              <a:spcBef>
                <a:spcPct val="0"/>
              </a:spcBef>
              <a:buFontTx/>
              <a:buNone/>
            </a:pPr>
            <a:fld id="{43568367-8BDD-4684-BBFD-B4F2E824CE17}" type="slidenum">
              <a:rPr lang="en-US" altLang="en-US" sz="1400" smtClean="0">
                <a:solidFill>
                  <a:srgbClr val="002060"/>
                </a:solidFill>
              </a:rPr>
              <a:pPr algn="r">
                <a:lnSpc>
                  <a:spcPct val="100000"/>
                </a:lnSpc>
                <a:spcBef>
                  <a:spcPct val="0"/>
                </a:spcBef>
                <a:buFontTx/>
                <a:buNone/>
              </a:pPr>
              <a:t>3</a:t>
            </a:fld>
            <a:endParaRPr lang="en-US" altLang="en-US" sz="1400">
              <a:solidFill>
                <a:srgbClr val="002060"/>
              </a:solidFill>
            </a:endParaRPr>
          </a:p>
        </p:txBody>
      </p:sp>
      <p:sp>
        <p:nvSpPr>
          <p:cNvPr id="22542" name="Text Placeholder 4">
            <a:extLst>
              <a:ext uri="{FF2B5EF4-FFF2-40B4-BE49-F238E27FC236}">
                <a16:creationId xmlns:a16="http://schemas.microsoft.com/office/drawing/2014/main" id="{98D789F2-5ED0-4722-8AAD-CC928379F812}"/>
              </a:ext>
            </a:extLst>
          </p:cNvPr>
          <p:cNvSpPr txBox="1">
            <a:spLocks/>
          </p:cNvSpPr>
          <p:nvPr/>
        </p:nvSpPr>
        <p:spPr bwMode="auto">
          <a:xfrm>
            <a:off x="196650" y="1306288"/>
            <a:ext cx="11520789" cy="3321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lstStyle>
            <a:lvl1pPr marL="120650" algn="just">
              <a:lnSpc>
                <a:spcPct val="90000"/>
              </a:lnSpc>
              <a:spcBef>
                <a:spcPts val="1000"/>
              </a:spcBef>
              <a:buFont typeface="Arial" panose="020B0604020202020204" pitchFamily="34" charset="0"/>
              <a:buChar char="•"/>
              <a:defRPr sz="3200">
                <a:solidFill>
                  <a:schemeClr val="tx1"/>
                </a:solidFill>
                <a:latin typeface="Bookman Old Style" panose="02050604050505020204" pitchFamily="18" charset="0"/>
              </a:defRPr>
            </a:lvl1pPr>
            <a:lvl2pPr marL="742950" indent="-285750" algn="just">
              <a:lnSpc>
                <a:spcPct val="90000"/>
              </a:lnSpc>
              <a:spcBef>
                <a:spcPts val="500"/>
              </a:spcBef>
              <a:buFont typeface="Arial" panose="020B0604020202020204" pitchFamily="34" charset="0"/>
              <a:buChar char="•"/>
              <a:defRPr sz="2800">
                <a:solidFill>
                  <a:schemeClr val="tx1"/>
                </a:solidFill>
                <a:latin typeface="Bookman Old Style" panose="02050604050505020204" pitchFamily="18" charset="0"/>
              </a:defRPr>
            </a:lvl2pPr>
            <a:lvl3pPr marL="1143000" indent="-228600" algn="just">
              <a:lnSpc>
                <a:spcPct val="90000"/>
              </a:lnSpc>
              <a:spcBef>
                <a:spcPts val="500"/>
              </a:spcBef>
              <a:buFont typeface="Arial" panose="020B0604020202020204" pitchFamily="34" charset="0"/>
              <a:buChar char="•"/>
              <a:defRPr sz="2400">
                <a:solidFill>
                  <a:schemeClr val="tx1"/>
                </a:solidFill>
                <a:latin typeface="Bookman Old Style" panose="02050604050505020204" pitchFamily="18" charset="0"/>
              </a:defRPr>
            </a:lvl3pPr>
            <a:lvl4pPr marL="16002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4pPr>
            <a:lvl5pPr marL="20574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5pPr>
            <a:lvl6pPr marL="25146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6pPr>
            <a:lvl7pPr marL="29718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7pPr>
            <a:lvl8pPr marL="34290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8pPr>
            <a:lvl9pPr marL="38862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9pPr>
          </a:lstStyle>
          <a:p>
            <a:pPr algn="l" eaLnBrk="1" hangingPunct="1">
              <a:lnSpc>
                <a:spcPct val="150000"/>
              </a:lnSpc>
              <a:spcBef>
                <a:spcPts val="600"/>
              </a:spcBef>
              <a:buFont typeface="Arial" panose="020B0604020202020204" pitchFamily="34" charset="0"/>
              <a:buNone/>
            </a:pPr>
            <a:r>
              <a:rPr lang="en-US" sz="2400" b="1" dirty="0"/>
              <a:t>Making security smarter and more efficient</a:t>
            </a:r>
          </a:p>
          <a:p>
            <a:pPr algn="l" eaLnBrk="1" hangingPunct="1">
              <a:lnSpc>
                <a:spcPct val="150000"/>
              </a:lnSpc>
              <a:spcBef>
                <a:spcPts val="600"/>
              </a:spcBef>
              <a:buFont typeface="Arial" panose="020B0604020202020204" pitchFamily="34" charset="0"/>
              <a:buNone/>
            </a:pPr>
            <a:endParaRPr lang="en-IN" sz="2400" b="1" dirty="0">
              <a:solidFill>
                <a:srgbClr val="000000"/>
              </a:solidFill>
              <a:latin typeface="+mj-lt"/>
              <a:cs typeface="Arial" panose="020B0604020202020204" pitchFamily="34" charset="0"/>
            </a:endParaRPr>
          </a:p>
          <a:p>
            <a:pPr eaLnBrk="1" fontAlgn="auto" hangingPunct="1">
              <a:lnSpc>
                <a:spcPct val="100000"/>
              </a:lnSpc>
              <a:spcBef>
                <a:spcPts val="0"/>
              </a:spcBef>
              <a:spcAft>
                <a:spcPts val="0"/>
              </a:spcAft>
              <a:buNone/>
              <a:defRPr/>
            </a:pPr>
            <a:r>
              <a:rPr lang="en-US" sz="1800" dirty="0"/>
              <a:t>The theme of this project is all about making security smarter and more efficient by combining IoT and machine learning. It’s designed to keep people and places safe by using connected devices like sensors and cameras to monitor activities and detect threats in real-time. With the help of machine learning, the system learns to identify patterns and predict potential dangers, making it smarter over time.</a:t>
            </a:r>
            <a:endParaRPr lang="en-US" altLang="en-US" sz="1800" b="1" dirty="0">
              <a:solidFill>
                <a:srgbClr val="FFFFFF"/>
              </a:solidFill>
              <a:latin typeface="+mn-lt"/>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AE92938F-F69D-34A4-1E19-88406EE2B3B0}"/>
              </a:ext>
            </a:extLst>
          </p:cNvPr>
          <p:cNvSpPr>
            <a:spLocks noGrp="1"/>
          </p:cNvSpPr>
          <p:nvPr>
            <p:ph type="title"/>
          </p:nvPr>
        </p:nvSpPr>
        <p:spPr>
          <a:xfrm>
            <a:off x="1079500" y="466531"/>
            <a:ext cx="8902700" cy="323396"/>
          </a:xfrm>
        </p:spPr>
        <p:txBody>
          <a:bodyPr/>
          <a:lstStyle/>
          <a:p>
            <a:pPr eaLnBrk="1" hangingPunct="1"/>
            <a:r>
              <a:rPr lang="en-US" altLang="en-US" dirty="0">
                <a:ea typeface="Cambria" panose="02040503050406030204" pitchFamily="18" charset="0"/>
                <a:cs typeface="Cambria" panose="02040503050406030204" pitchFamily="18" charset="0"/>
              </a:rPr>
              <a:t>Abstract </a:t>
            </a:r>
            <a:br>
              <a:rPr lang="en-US" altLang="en-US" dirty="0">
                <a:ea typeface="Cambria" panose="02040503050406030204" pitchFamily="18" charset="0"/>
                <a:cs typeface="Cambria" panose="02040503050406030204" pitchFamily="18" charset="0"/>
              </a:rPr>
            </a:br>
            <a:r>
              <a:rPr lang="en-US" altLang="en-US" dirty="0"/>
              <a:t>			</a:t>
            </a:r>
          </a:p>
        </p:txBody>
      </p:sp>
      <p:sp>
        <p:nvSpPr>
          <p:cNvPr id="24579" name="Slide Number Placeholder 5">
            <a:extLst>
              <a:ext uri="{FF2B5EF4-FFF2-40B4-BE49-F238E27FC236}">
                <a16:creationId xmlns:a16="http://schemas.microsoft.com/office/drawing/2014/main" id="{528F43A0-CB00-4E1F-CF76-A261E6DAD9FD}"/>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90000"/>
              </a:lnSpc>
              <a:spcBef>
                <a:spcPts val="1000"/>
              </a:spcBef>
              <a:buFont typeface="Arial" panose="020B0604020202020204" pitchFamily="34" charset="0"/>
              <a:buChar char="•"/>
              <a:defRPr sz="3200">
                <a:solidFill>
                  <a:schemeClr val="tx1"/>
                </a:solidFill>
                <a:latin typeface="Bookman Old Style" panose="02050604050505020204" pitchFamily="18" charset="0"/>
              </a:defRPr>
            </a:lvl1pPr>
            <a:lvl2pPr marL="742950" indent="-285750" algn="just">
              <a:lnSpc>
                <a:spcPct val="90000"/>
              </a:lnSpc>
              <a:spcBef>
                <a:spcPts val="500"/>
              </a:spcBef>
              <a:buFont typeface="Arial" panose="020B0604020202020204" pitchFamily="34" charset="0"/>
              <a:buChar char="•"/>
              <a:defRPr sz="2800">
                <a:solidFill>
                  <a:schemeClr val="tx1"/>
                </a:solidFill>
                <a:latin typeface="Bookman Old Style" panose="02050604050505020204" pitchFamily="18" charset="0"/>
              </a:defRPr>
            </a:lvl2pPr>
            <a:lvl3pPr marL="1143000" indent="-228600" algn="just">
              <a:lnSpc>
                <a:spcPct val="90000"/>
              </a:lnSpc>
              <a:spcBef>
                <a:spcPts val="500"/>
              </a:spcBef>
              <a:buFont typeface="Arial" panose="020B0604020202020204" pitchFamily="34" charset="0"/>
              <a:buChar char="•"/>
              <a:defRPr sz="2400">
                <a:solidFill>
                  <a:schemeClr val="tx1"/>
                </a:solidFill>
                <a:latin typeface="Bookman Old Style" panose="02050604050505020204" pitchFamily="18" charset="0"/>
              </a:defRPr>
            </a:lvl3pPr>
            <a:lvl4pPr marL="16002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4pPr>
            <a:lvl5pPr marL="20574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5pPr>
            <a:lvl6pPr marL="25146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6pPr>
            <a:lvl7pPr marL="29718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7pPr>
            <a:lvl8pPr marL="34290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8pPr>
            <a:lvl9pPr marL="38862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9pPr>
          </a:lstStyle>
          <a:p>
            <a:pPr algn="r">
              <a:lnSpc>
                <a:spcPct val="100000"/>
              </a:lnSpc>
              <a:spcBef>
                <a:spcPct val="0"/>
              </a:spcBef>
              <a:buFontTx/>
              <a:buNone/>
            </a:pPr>
            <a:fld id="{9DA47CE6-A91E-44E7-B68B-D0EE588622C3}" type="slidenum">
              <a:rPr lang="en-US" altLang="en-US" sz="1400" smtClean="0">
                <a:solidFill>
                  <a:srgbClr val="002060"/>
                </a:solidFill>
              </a:rPr>
              <a:pPr algn="r">
                <a:lnSpc>
                  <a:spcPct val="100000"/>
                </a:lnSpc>
                <a:spcBef>
                  <a:spcPct val="0"/>
                </a:spcBef>
                <a:buFontTx/>
                <a:buNone/>
              </a:pPr>
              <a:t>4</a:t>
            </a:fld>
            <a:endParaRPr lang="en-US" altLang="en-US" sz="1400">
              <a:solidFill>
                <a:srgbClr val="002060"/>
              </a:solidFill>
            </a:endParaRPr>
          </a:p>
        </p:txBody>
      </p:sp>
      <p:sp>
        <p:nvSpPr>
          <p:cNvPr id="24580" name="AutoShape 17" descr="blob:https://web.whatsapp.com/e5d65f02-7e5e-4bf2-93c7-df5efb62265e">
            <a:extLst>
              <a:ext uri="{FF2B5EF4-FFF2-40B4-BE49-F238E27FC236}">
                <a16:creationId xmlns:a16="http://schemas.microsoft.com/office/drawing/2014/main" id="{B0A747E1-9DE4-DA27-553F-95467A586E41}"/>
              </a:ext>
            </a:extLst>
          </p:cNvPr>
          <p:cNvSpPr>
            <a:spLocks noChangeAspect="1" noChangeArrowheads="1"/>
          </p:cNvSpPr>
          <p:nvPr/>
        </p:nvSpPr>
        <p:spPr bwMode="auto">
          <a:xfrm>
            <a:off x="165100"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90000"/>
              </a:lnSpc>
              <a:spcBef>
                <a:spcPts val="1000"/>
              </a:spcBef>
              <a:buFont typeface="Arial" panose="020B0604020202020204" pitchFamily="34" charset="0"/>
              <a:buChar char="•"/>
              <a:defRPr sz="3200">
                <a:solidFill>
                  <a:schemeClr val="tx1"/>
                </a:solidFill>
                <a:latin typeface="Bookman Old Style" panose="02050604050505020204" pitchFamily="18" charset="0"/>
              </a:defRPr>
            </a:lvl1pPr>
            <a:lvl2pPr marL="742950" indent="-285750" algn="just">
              <a:lnSpc>
                <a:spcPct val="90000"/>
              </a:lnSpc>
              <a:spcBef>
                <a:spcPts val="500"/>
              </a:spcBef>
              <a:buFont typeface="Arial" panose="020B0604020202020204" pitchFamily="34" charset="0"/>
              <a:buChar char="•"/>
              <a:defRPr sz="2800">
                <a:solidFill>
                  <a:schemeClr val="tx1"/>
                </a:solidFill>
                <a:latin typeface="Bookman Old Style" panose="02050604050505020204" pitchFamily="18" charset="0"/>
              </a:defRPr>
            </a:lvl2pPr>
            <a:lvl3pPr marL="1143000" indent="-228600" algn="just">
              <a:lnSpc>
                <a:spcPct val="90000"/>
              </a:lnSpc>
              <a:spcBef>
                <a:spcPts val="500"/>
              </a:spcBef>
              <a:buFont typeface="Arial" panose="020B0604020202020204" pitchFamily="34" charset="0"/>
              <a:buChar char="•"/>
              <a:defRPr sz="2400">
                <a:solidFill>
                  <a:schemeClr val="tx1"/>
                </a:solidFill>
                <a:latin typeface="Bookman Old Style" panose="02050604050505020204" pitchFamily="18" charset="0"/>
              </a:defRPr>
            </a:lvl3pPr>
            <a:lvl4pPr marL="16002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4pPr>
            <a:lvl5pPr marL="20574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5pPr>
            <a:lvl6pPr marL="25146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6pPr>
            <a:lvl7pPr marL="29718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7pPr>
            <a:lvl8pPr marL="34290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8pPr>
            <a:lvl9pPr marL="38862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9pPr>
          </a:lstStyle>
          <a:p>
            <a:pPr algn="l">
              <a:lnSpc>
                <a:spcPct val="100000"/>
              </a:lnSpc>
              <a:spcBef>
                <a:spcPct val="0"/>
              </a:spcBef>
              <a:buFontTx/>
              <a:buNone/>
            </a:pPr>
            <a:endParaRPr lang="en-US" altLang="en-US" sz="1800"/>
          </a:p>
        </p:txBody>
      </p:sp>
      <p:sp>
        <p:nvSpPr>
          <p:cNvPr id="4" name="TextBox 3">
            <a:extLst>
              <a:ext uri="{FF2B5EF4-FFF2-40B4-BE49-F238E27FC236}">
                <a16:creationId xmlns:a16="http://schemas.microsoft.com/office/drawing/2014/main" id="{83F93812-AF98-73DB-5727-229E3CEE1CD8}"/>
              </a:ext>
            </a:extLst>
          </p:cNvPr>
          <p:cNvSpPr txBox="1"/>
          <p:nvPr/>
        </p:nvSpPr>
        <p:spPr>
          <a:xfrm>
            <a:off x="685799" y="1280555"/>
            <a:ext cx="10492273" cy="4304383"/>
          </a:xfrm>
          <a:prstGeom prst="rect">
            <a:avLst/>
          </a:prstGeom>
          <a:noFill/>
        </p:spPr>
        <p:txBody>
          <a:bodyPr wrap="square">
            <a:spAutoFit/>
          </a:bodyPr>
          <a:lstStyle/>
          <a:p>
            <a:pPr algn="just">
              <a:lnSpc>
                <a:spcPct val="107000"/>
              </a:lnSpc>
              <a:spcAft>
                <a:spcPts val="800"/>
              </a:spcAft>
            </a:pPr>
            <a:r>
              <a:rPr lang="en-US" sz="2000" kern="100" dirty="0">
                <a:effectLst/>
                <a:latin typeface="Arial" panose="020B0604020202020204" pitchFamily="34" charset="0"/>
                <a:ea typeface="Calibri" panose="020F0502020204030204" pitchFamily="34" charset="0"/>
                <a:cs typeface="Arial" panose="020B0604020202020204" pitchFamily="34" charset="0"/>
              </a:rPr>
              <a:t>This project focuses on designing an automated intrusion detection and alert system for IoT environments using machine learning. As IoT devices become increasingly prevalent, security concerns arise due to their vulnerability to unauthorized access. This system leverages IoT sensors to monitor real-time activities and uses machine learning algorithms to distinguish between normal and suspicious behaviors.</a:t>
            </a:r>
            <a:endParaRPr lang="en-IN" sz="2000" kern="1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r>
              <a:rPr lang="en-US" sz="2000" kern="100" dirty="0">
                <a:effectLst/>
                <a:latin typeface="Arial" panose="020B0604020202020204" pitchFamily="34" charset="0"/>
                <a:ea typeface="Calibri" panose="020F0502020204030204" pitchFamily="34" charset="0"/>
                <a:cs typeface="Arial" panose="020B0604020202020204" pitchFamily="34" charset="0"/>
              </a:rPr>
              <a:t> </a:t>
            </a:r>
            <a:endParaRPr lang="en-IN" sz="2000" kern="100" dirty="0">
              <a:effectLst/>
              <a:latin typeface="Arial" panose="020B0604020202020204" pitchFamily="34" charset="0"/>
              <a:ea typeface="Calibri" panose="020F0502020204030204" pitchFamily="34" charset="0"/>
              <a:cs typeface="Arial" panose="020B0604020202020204" pitchFamily="34" charset="0"/>
            </a:endParaRPr>
          </a:p>
          <a:p>
            <a:pPr algn="just">
              <a:lnSpc>
                <a:spcPct val="107000"/>
              </a:lnSpc>
              <a:spcAft>
                <a:spcPts val="800"/>
              </a:spcAft>
            </a:pPr>
            <a:r>
              <a:rPr lang="en-US" sz="2000" kern="100" dirty="0">
                <a:effectLst/>
                <a:latin typeface="Arial" panose="020B0604020202020204" pitchFamily="34" charset="0"/>
                <a:ea typeface="Calibri" panose="020F0502020204030204" pitchFamily="34" charset="0"/>
                <a:cs typeface="Arial" panose="020B0604020202020204" pitchFamily="34" charset="0"/>
              </a:rPr>
              <a:t>When an anomaly is detected, the system generates immediate alerts to notify users, enabling quick responses to potential threats. The integration of IoT and machine learning ensures scalability, accuracy, and adaptability to new attack patterns. This solution enhances security in smart homes, offices, and industrial IoT settings by proactively mitigating risks.</a:t>
            </a:r>
            <a:endParaRPr lang="en-IN" sz="2000" kern="100" dirty="0">
              <a:effectLst/>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B473D-656D-4146-9CE7-A2A68C825CF6}"/>
              </a:ext>
            </a:extLst>
          </p:cNvPr>
          <p:cNvSpPr>
            <a:spLocks noGrp="1"/>
          </p:cNvSpPr>
          <p:nvPr>
            <p:ph type="title"/>
          </p:nvPr>
        </p:nvSpPr>
        <p:spPr/>
        <p:txBody>
          <a:bodyPr/>
          <a:lstStyle/>
          <a:p>
            <a:r>
              <a:rPr lang="en-US" dirty="0"/>
              <a:t> Objective</a:t>
            </a:r>
          </a:p>
        </p:txBody>
      </p:sp>
      <p:sp>
        <p:nvSpPr>
          <p:cNvPr id="4" name="Slide Number Placeholder 3">
            <a:extLst>
              <a:ext uri="{FF2B5EF4-FFF2-40B4-BE49-F238E27FC236}">
                <a16:creationId xmlns:a16="http://schemas.microsoft.com/office/drawing/2014/main" id="{936B9BEA-46EA-4935-8CA2-949364EC9879}"/>
              </a:ext>
            </a:extLst>
          </p:cNvPr>
          <p:cNvSpPr>
            <a:spLocks noGrp="1"/>
          </p:cNvSpPr>
          <p:nvPr>
            <p:ph type="sldNum" sz="quarter" idx="10"/>
          </p:nvPr>
        </p:nvSpPr>
        <p:spPr/>
        <p:txBody>
          <a:bodyPr/>
          <a:lstStyle/>
          <a:p>
            <a:pPr>
              <a:defRPr/>
            </a:pPr>
            <a:fld id="{EA9189D0-4D41-48C0-ADC4-93FAE6EBDC44}" type="slidenum">
              <a:rPr lang="en-US" altLang="en-US" smtClean="0"/>
              <a:pPr>
                <a:defRPr/>
              </a:pPr>
              <a:t>5</a:t>
            </a:fld>
            <a:endParaRPr lang="en-US" altLang="en-US"/>
          </a:p>
        </p:txBody>
      </p:sp>
      <p:sp>
        <p:nvSpPr>
          <p:cNvPr id="5" name="Rectangle 1">
            <a:extLst>
              <a:ext uri="{FF2B5EF4-FFF2-40B4-BE49-F238E27FC236}">
                <a16:creationId xmlns:a16="http://schemas.microsoft.com/office/drawing/2014/main" id="{D1D9F119-0D67-45FB-A6E9-3028C31CEBA7}"/>
              </a:ext>
            </a:extLst>
          </p:cNvPr>
          <p:cNvSpPr>
            <a:spLocks noGrp="1" noChangeArrowheads="1"/>
          </p:cNvSpPr>
          <p:nvPr>
            <p:ph idx="1"/>
          </p:nvPr>
        </p:nvSpPr>
        <p:spPr bwMode="auto">
          <a:xfrm>
            <a:off x="242238" y="1151453"/>
            <a:ext cx="11707524"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Real-time Threat Detection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Use IoT sensors and devices to monitor and identify unauthorized </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   access or suspicious activities in real-time.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Machine Learning-Based Insights</a:t>
            </a:r>
            <a:r>
              <a:rPr kumimoji="0" lang="en-US" altLang="en-US" sz="2000" b="0" i="0" u="none" strike="noStrike" cap="none" normalizeH="0" baseline="0" dirty="0">
                <a:ln>
                  <a:noFill/>
                </a:ln>
                <a:solidFill>
                  <a:schemeClr val="tx1"/>
                </a:solidFill>
                <a:effectLst/>
                <a:latin typeface="Arial" panose="020B0604020202020204" pitchFamily="34" charset="0"/>
              </a:rPr>
              <a:t>: Employ machine learning algorithms to analyze patterns,   </a:t>
            </a:r>
          </a:p>
          <a:p>
            <a:pPr marL="0" marR="0" lvl="0" indent="0" algn="l" defTabSz="914400" rtl="0" eaLnBrk="0" fontAlgn="base" latinLnBrk="0" hangingPunct="0">
              <a:lnSpc>
                <a:spcPct val="100000"/>
              </a:lnSpc>
              <a:spcBef>
                <a:spcPct val="0"/>
              </a:spcBef>
              <a:spcAft>
                <a:spcPct val="0"/>
              </a:spcAft>
              <a:buClrTx/>
              <a:buSzTx/>
              <a:tabLst/>
            </a:pP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detect</a:t>
            </a: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anomalies, and improve detection accuracy over time by learning from past events.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Comprehensive Alerts</a:t>
            </a:r>
            <a:r>
              <a:rPr kumimoji="0" lang="en-US" altLang="en-US" sz="2000" b="0" i="0" u="none" strike="noStrike" cap="none" normalizeH="0" baseline="0" dirty="0">
                <a:ln>
                  <a:noFill/>
                </a:ln>
                <a:solidFill>
                  <a:schemeClr val="tx1"/>
                </a:solidFill>
                <a:effectLst/>
                <a:latin typeface="Arial" panose="020B0604020202020204" pitchFamily="34" charset="0"/>
              </a:rPr>
              <a:t>: Generate instant alerts via multiple channels (e.g., SMS, email, or  </a:t>
            </a:r>
          </a:p>
          <a:p>
            <a:pPr marL="0" marR="0" lvl="0" indent="0" algn="l" defTabSz="914400" rtl="0" eaLnBrk="0" fontAlgn="base" latinLnBrk="0" hangingPunct="0">
              <a:lnSpc>
                <a:spcPct val="100000"/>
              </a:lnSpc>
              <a:spcBef>
                <a:spcPct val="0"/>
              </a:spcBef>
              <a:spcAft>
                <a:spcPct val="0"/>
              </a:spcAft>
              <a:buClrTx/>
              <a:buSzTx/>
              <a:tabLst/>
            </a:pP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mobile app notifications) to inform relevant personnel or authorities about potential threats.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Seamless IoT Integration</a:t>
            </a:r>
            <a:r>
              <a:rPr kumimoji="0" lang="en-US" altLang="en-US" sz="2000" b="0" i="0" u="none" strike="noStrike" cap="none" normalizeH="0" baseline="0" dirty="0">
                <a:ln>
                  <a:noFill/>
                </a:ln>
                <a:solidFill>
                  <a:schemeClr val="tx1"/>
                </a:solidFill>
                <a:effectLst/>
                <a:latin typeface="Arial" panose="020B0604020202020204" pitchFamily="34" charset="0"/>
              </a:rPr>
              <a:t>: Connect various IoT devices (cameras, motion detectors, door </a:t>
            </a:r>
          </a:p>
          <a:p>
            <a:pPr marL="0" marR="0" lvl="0" indent="0" algn="l" defTabSz="914400" rtl="0" eaLnBrk="0" fontAlgn="base" latinLnBrk="0" hangingPunct="0">
              <a:lnSpc>
                <a:spcPct val="100000"/>
              </a:lnSpc>
              <a:spcBef>
                <a:spcPct val="0"/>
              </a:spcBef>
              <a:spcAft>
                <a:spcPct val="0"/>
              </a:spcAft>
              <a:buClrTx/>
              <a:buSzTx/>
              <a:tabLst/>
            </a:pPr>
            <a:r>
              <a:rPr lang="en-US" altLang="en-US" sz="2000" dirty="0">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locks, etc.) for a unified and efficient security solution.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sz="2000" b="1" dirty="0"/>
              <a:t>Scalability and Flexibility</a:t>
            </a:r>
            <a:r>
              <a:rPr lang="en-US" sz="2000" dirty="0"/>
              <a:t>: Design the system to accommodate different environments, from homes to enterprises, ensuring scalability as security needs evolve</a:t>
            </a:r>
            <a:endParaRPr lang="en-US" altLang="en-US" sz="20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54478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8A25D-53B3-49EF-8D16-B700E1924EAB}"/>
              </a:ext>
            </a:extLst>
          </p:cNvPr>
          <p:cNvSpPr>
            <a:spLocks noGrp="1"/>
          </p:cNvSpPr>
          <p:nvPr>
            <p:ph type="title"/>
          </p:nvPr>
        </p:nvSpPr>
        <p:spPr/>
        <p:txBody>
          <a:bodyPr/>
          <a:lstStyle/>
          <a:p>
            <a:r>
              <a:rPr lang="en-US" dirty="0"/>
              <a:t> Literature Survey</a:t>
            </a:r>
          </a:p>
        </p:txBody>
      </p:sp>
      <p:sp>
        <p:nvSpPr>
          <p:cNvPr id="4" name="Slide Number Placeholder 3">
            <a:extLst>
              <a:ext uri="{FF2B5EF4-FFF2-40B4-BE49-F238E27FC236}">
                <a16:creationId xmlns:a16="http://schemas.microsoft.com/office/drawing/2014/main" id="{8E88D4A9-F3DA-44AB-AFDB-1904F40960D5}"/>
              </a:ext>
            </a:extLst>
          </p:cNvPr>
          <p:cNvSpPr>
            <a:spLocks noGrp="1"/>
          </p:cNvSpPr>
          <p:nvPr>
            <p:ph type="sldNum" sz="quarter" idx="10"/>
          </p:nvPr>
        </p:nvSpPr>
        <p:spPr/>
        <p:txBody>
          <a:bodyPr/>
          <a:lstStyle/>
          <a:p>
            <a:pPr>
              <a:defRPr/>
            </a:pPr>
            <a:fld id="{EA9189D0-4D41-48C0-ADC4-93FAE6EBDC44}" type="slidenum">
              <a:rPr lang="en-US" altLang="en-US" smtClean="0"/>
              <a:pPr>
                <a:defRPr/>
              </a:pPr>
              <a:t>6</a:t>
            </a:fld>
            <a:endParaRPr lang="en-US" altLang="en-US"/>
          </a:p>
        </p:txBody>
      </p:sp>
      <p:sp>
        <p:nvSpPr>
          <p:cNvPr id="7" name="TextBox 6">
            <a:extLst>
              <a:ext uri="{FF2B5EF4-FFF2-40B4-BE49-F238E27FC236}">
                <a16:creationId xmlns:a16="http://schemas.microsoft.com/office/drawing/2014/main" id="{9A634357-78C6-458B-9F31-541F759AF1FD}"/>
              </a:ext>
            </a:extLst>
          </p:cNvPr>
          <p:cNvSpPr txBox="1"/>
          <p:nvPr/>
        </p:nvSpPr>
        <p:spPr>
          <a:xfrm>
            <a:off x="336176" y="1139077"/>
            <a:ext cx="11855824" cy="2523768"/>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Machine Learning for Intrusion Detection   </a:t>
            </a:r>
            <a:r>
              <a:rPr lang="en-US" sz="2000" dirty="0">
                <a:latin typeface="Arial" panose="020B0604020202020204" pitchFamily="34" charset="0"/>
                <a:cs typeface="Arial" panose="020B0604020202020204" pitchFamily="34" charset="0"/>
              </a:rPr>
              <a:t>Explains the role of machine learning in enhancing IDS, focusing on supervised and unsupervised techniques for detecting </a:t>
            </a:r>
          </a:p>
          <a:p>
            <a:r>
              <a:rPr lang="en-US" sz="2000" dirty="0">
                <a:latin typeface="Arial" panose="020B0604020202020204" pitchFamily="34" charset="0"/>
                <a:cs typeface="Arial" panose="020B0604020202020204" pitchFamily="34" charset="0"/>
              </a:rPr>
              <a:t>anomalies and improving threat identification.</a:t>
            </a:r>
          </a:p>
          <a:p>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IoT Integration in Security Systems </a:t>
            </a:r>
            <a:r>
              <a:rPr lang="en-US" sz="2000" dirty="0">
                <a:latin typeface="Arial" panose="020B0604020202020204" pitchFamily="34" charset="0"/>
                <a:cs typeface="Arial" panose="020B0604020202020204" pitchFamily="34" charset="0"/>
              </a:rPr>
              <a:t>Discusses the application of IoT devices in security, their benefits in real-time monitoring, and the vulnerabilities they introduce, such as </a:t>
            </a:r>
          </a:p>
          <a:p>
            <a:r>
              <a:rPr lang="en-US" sz="2000" dirty="0">
                <a:latin typeface="Arial" panose="020B0604020202020204" pitchFamily="34" charset="0"/>
                <a:cs typeface="Arial" panose="020B0604020202020204" pitchFamily="34" charset="0"/>
              </a:rPr>
              <a:t>network and data security concerns.</a:t>
            </a:r>
          </a:p>
          <a:p>
            <a:endParaRPr lang="en-US" dirty="0"/>
          </a:p>
        </p:txBody>
      </p:sp>
      <p:sp>
        <p:nvSpPr>
          <p:cNvPr id="9" name="Rectangle 3">
            <a:extLst>
              <a:ext uri="{FF2B5EF4-FFF2-40B4-BE49-F238E27FC236}">
                <a16:creationId xmlns:a16="http://schemas.microsoft.com/office/drawing/2014/main" id="{05A66A99-9D82-4AC4-98E0-5E8BD66A0BFB}"/>
              </a:ext>
            </a:extLst>
          </p:cNvPr>
          <p:cNvSpPr>
            <a:spLocks noChangeArrowheads="1"/>
          </p:cNvSpPr>
          <p:nvPr/>
        </p:nvSpPr>
        <p:spPr bwMode="auto">
          <a:xfrm>
            <a:off x="336176" y="3463423"/>
            <a:ext cx="113497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Efficient IoT Data Processing with Edge and Fog Computing </a:t>
            </a:r>
            <a:r>
              <a:rPr kumimoji="0" lang="en-US" altLang="en-US" sz="2000" b="0" i="0" u="none" strike="noStrike" cap="none" normalizeH="0" baseline="0" dirty="0">
                <a:ln>
                  <a:noFill/>
                </a:ln>
                <a:solidFill>
                  <a:schemeClr val="tx1"/>
                </a:solidFill>
                <a:effectLst/>
                <a:latin typeface="Arial" panose="020B0604020202020204" pitchFamily="34" charset="0"/>
              </a:rPr>
              <a:t>Examines methods for processing the large volume of real-time data generated by IoT devices, emphasizing edge and fog computing to reduce latency and ensure faster responses.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Challenges in IoT-Based IDS </a:t>
            </a:r>
            <a:r>
              <a:rPr kumimoji="0" lang="en-US" altLang="en-US" sz="2000" b="0" i="0" u="none" strike="noStrike" cap="none" normalizeH="0" baseline="0" dirty="0">
                <a:ln>
                  <a:noFill/>
                </a:ln>
                <a:solidFill>
                  <a:schemeClr val="tx1"/>
                </a:solidFill>
                <a:effectLst/>
                <a:latin typeface="Arial" panose="020B0604020202020204" pitchFamily="34" charset="0"/>
              </a:rPr>
              <a:t>Highlights the key issues in IoT-based intrusion detection systems, including scalability, heterogeneity of data, adversarial threats, and energy constraints of IoT devices.</a:t>
            </a:r>
          </a:p>
        </p:txBody>
      </p:sp>
    </p:spTree>
    <p:extLst>
      <p:ext uri="{BB962C8B-B14F-4D97-AF65-F5344CB8AC3E}">
        <p14:creationId xmlns:p14="http://schemas.microsoft.com/office/powerpoint/2010/main" val="2329464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F8DE1185-5E79-07FA-A640-7E04D826E487}"/>
              </a:ext>
            </a:extLst>
          </p:cNvPr>
          <p:cNvSpPr>
            <a:spLocks noGrp="1"/>
          </p:cNvSpPr>
          <p:nvPr>
            <p:ph type="title"/>
          </p:nvPr>
        </p:nvSpPr>
        <p:spPr>
          <a:xfrm>
            <a:off x="1091390" y="136525"/>
            <a:ext cx="9451975" cy="595312"/>
          </a:xfrm>
        </p:spPr>
        <p:txBody>
          <a:bodyPr/>
          <a:lstStyle/>
          <a:p>
            <a:r>
              <a:rPr lang="en-US" altLang="en-US" dirty="0"/>
              <a:t>Existing System and Drawback </a:t>
            </a:r>
          </a:p>
        </p:txBody>
      </p:sp>
      <p:sp>
        <p:nvSpPr>
          <p:cNvPr id="26627" name="Slide Number Placeholder 3">
            <a:extLst>
              <a:ext uri="{FF2B5EF4-FFF2-40B4-BE49-F238E27FC236}">
                <a16:creationId xmlns:a16="http://schemas.microsoft.com/office/drawing/2014/main" id="{6CAB12F5-A0DF-9776-236C-485EA5ECE954}"/>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90000"/>
              </a:lnSpc>
              <a:spcBef>
                <a:spcPts val="1000"/>
              </a:spcBef>
              <a:buFont typeface="Arial" panose="020B0604020202020204" pitchFamily="34" charset="0"/>
              <a:buChar char="•"/>
              <a:defRPr sz="3200">
                <a:solidFill>
                  <a:schemeClr val="tx1"/>
                </a:solidFill>
                <a:latin typeface="Bookman Old Style" panose="02050604050505020204" pitchFamily="18" charset="0"/>
              </a:defRPr>
            </a:lvl1pPr>
            <a:lvl2pPr marL="742950" indent="-285750" algn="just">
              <a:lnSpc>
                <a:spcPct val="90000"/>
              </a:lnSpc>
              <a:spcBef>
                <a:spcPts val="500"/>
              </a:spcBef>
              <a:buFont typeface="Arial" panose="020B0604020202020204" pitchFamily="34" charset="0"/>
              <a:buChar char="•"/>
              <a:defRPr sz="2800">
                <a:solidFill>
                  <a:schemeClr val="tx1"/>
                </a:solidFill>
                <a:latin typeface="Bookman Old Style" panose="02050604050505020204" pitchFamily="18" charset="0"/>
              </a:defRPr>
            </a:lvl2pPr>
            <a:lvl3pPr marL="1143000" indent="-228600" algn="just">
              <a:lnSpc>
                <a:spcPct val="90000"/>
              </a:lnSpc>
              <a:spcBef>
                <a:spcPts val="500"/>
              </a:spcBef>
              <a:buFont typeface="Arial" panose="020B0604020202020204" pitchFamily="34" charset="0"/>
              <a:buChar char="•"/>
              <a:defRPr sz="2400">
                <a:solidFill>
                  <a:schemeClr val="tx1"/>
                </a:solidFill>
                <a:latin typeface="Bookman Old Style" panose="02050604050505020204" pitchFamily="18" charset="0"/>
              </a:defRPr>
            </a:lvl3pPr>
            <a:lvl4pPr marL="16002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4pPr>
            <a:lvl5pPr marL="20574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5pPr>
            <a:lvl6pPr marL="25146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6pPr>
            <a:lvl7pPr marL="29718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7pPr>
            <a:lvl8pPr marL="34290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8pPr>
            <a:lvl9pPr marL="38862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9pPr>
          </a:lstStyle>
          <a:p>
            <a:pPr algn="r">
              <a:lnSpc>
                <a:spcPct val="100000"/>
              </a:lnSpc>
              <a:spcBef>
                <a:spcPct val="0"/>
              </a:spcBef>
              <a:buFontTx/>
              <a:buNone/>
            </a:pPr>
            <a:fld id="{AAD92036-EAA3-4A7E-88D4-F50527B5DD05}" type="slidenum">
              <a:rPr lang="en-US" altLang="en-US" sz="1400" smtClean="0">
                <a:solidFill>
                  <a:srgbClr val="002060"/>
                </a:solidFill>
              </a:rPr>
              <a:pPr algn="r">
                <a:lnSpc>
                  <a:spcPct val="100000"/>
                </a:lnSpc>
                <a:spcBef>
                  <a:spcPct val="0"/>
                </a:spcBef>
                <a:buFontTx/>
                <a:buNone/>
              </a:pPr>
              <a:t>7</a:t>
            </a:fld>
            <a:endParaRPr lang="en-US" altLang="en-US" sz="1400">
              <a:solidFill>
                <a:srgbClr val="002060"/>
              </a:solidFill>
            </a:endParaRPr>
          </a:p>
        </p:txBody>
      </p:sp>
      <p:sp>
        <p:nvSpPr>
          <p:cNvPr id="3" name="TextBox 2">
            <a:extLst>
              <a:ext uri="{FF2B5EF4-FFF2-40B4-BE49-F238E27FC236}">
                <a16:creationId xmlns:a16="http://schemas.microsoft.com/office/drawing/2014/main" id="{349FC685-6FA9-6B6F-6287-22ED5A2F4B7D}"/>
              </a:ext>
            </a:extLst>
          </p:cNvPr>
          <p:cNvSpPr txBox="1"/>
          <p:nvPr/>
        </p:nvSpPr>
        <p:spPr>
          <a:xfrm>
            <a:off x="186612" y="1101011"/>
            <a:ext cx="11887200" cy="4401205"/>
          </a:xfrm>
          <a:prstGeom prst="rect">
            <a:avLst/>
          </a:prstGeom>
          <a:noFill/>
        </p:spPr>
        <p:txBody>
          <a:bodyPr wrap="square">
            <a:spAutoFit/>
          </a:bodyPr>
          <a:lstStyle/>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Basic IoT Security Systems</a:t>
            </a:r>
            <a:r>
              <a:rPr lang="en-US" sz="2000" dirty="0"/>
              <a:t>: Smart home security systems like Ring, Nest, or ADT integrate IoT devices such as doorbells, cameras, and motion detectors. They provide real-time notifications but are often limited in their ability to analyze complex patterns or predict threats.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Multi-Sensor IoT Networks</a:t>
            </a:r>
            <a:r>
              <a:rPr lang="en-US" sz="2000" dirty="0"/>
              <a:t>: Many intrusion detection systems use </a:t>
            </a:r>
            <a:r>
              <a:rPr lang="en-US" sz="2000" b="1" dirty="0"/>
              <a:t>sensor fusion</a:t>
            </a:r>
            <a:r>
              <a:rPr lang="en-US" sz="2000" dirty="0"/>
              <a:t> techniques where data from multiple sensors (motion, sound, vibration, and video) are combined to make more accurate intrusion predictions. This reduces false positives and enhances the reliability of alerts.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b="1" dirty="0"/>
              <a:t>ADT Smart Home Security</a:t>
            </a:r>
            <a:r>
              <a:rPr lang="en-US" sz="2000" dirty="0"/>
              <a:t>: ADT offers a comprehensive smart home security system, which integrates IoT sensors with machine learning for intrusion detection and sends automated alerts through mobile apps or text messages.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16DB9-7FEA-4788-A458-E55B5CCC6E1F}"/>
              </a:ext>
            </a:extLst>
          </p:cNvPr>
          <p:cNvSpPr>
            <a:spLocks noGrp="1"/>
          </p:cNvSpPr>
          <p:nvPr>
            <p:ph type="title"/>
          </p:nvPr>
        </p:nvSpPr>
        <p:spPr/>
        <p:txBody>
          <a:bodyPr/>
          <a:lstStyle/>
          <a:p>
            <a:r>
              <a:rPr lang="en-US" altLang="en-US" dirty="0"/>
              <a:t>Drawbacks</a:t>
            </a:r>
            <a:endParaRPr lang="en-US" dirty="0"/>
          </a:p>
        </p:txBody>
      </p:sp>
      <p:sp>
        <p:nvSpPr>
          <p:cNvPr id="4" name="Slide Number Placeholder 3">
            <a:extLst>
              <a:ext uri="{FF2B5EF4-FFF2-40B4-BE49-F238E27FC236}">
                <a16:creationId xmlns:a16="http://schemas.microsoft.com/office/drawing/2014/main" id="{2B8B99DB-9765-415D-A214-0D67102DA038}"/>
              </a:ext>
            </a:extLst>
          </p:cNvPr>
          <p:cNvSpPr>
            <a:spLocks noGrp="1"/>
          </p:cNvSpPr>
          <p:nvPr>
            <p:ph type="sldNum" sz="quarter" idx="10"/>
          </p:nvPr>
        </p:nvSpPr>
        <p:spPr/>
        <p:txBody>
          <a:bodyPr/>
          <a:lstStyle/>
          <a:p>
            <a:pPr>
              <a:defRPr/>
            </a:pPr>
            <a:fld id="{EA9189D0-4D41-48C0-ADC4-93FAE6EBDC44}" type="slidenum">
              <a:rPr lang="en-US" altLang="en-US" smtClean="0"/>
              <a:pPr>
                <a:defRPr/>
              </a:pPr>
              <a:t>8</a:t>
            </a:fld>
            <a:endParaRPr lang="en-US" altLang="en-US"/>
          </a:p>
        </p:txBody>
      </p:sp>
      <p:sp>
        <p:nvSpPr>
          <p:cNvPr id="5" name="Rectangle 1">
            <a:extLst>
              <a:ext uri="{FF2B5EF4-FFF2-40B4-BE49-F238E27FC236}">
                <a16:creationId xmlns:a16="http://schemas.microsoft.com/office/drawing/2014/main" id="{FA34BCEB-6B3B-4075-AF3F-D4D71668C8FF}"/>
              </a:ext>
            </a:extLst>
          </p:cNvPr>
          <p:cNvSpPr>
            <a:spLocks noGrp="1" noChangeArrowheads="1"/>
          </p:cNvSpPr>
          <p:nvPr>
            <p:ph idx="1"/>
          </p:nvPr>
        </p:nvSpPr>
        <p:spPr bwMode="auto">
          <a:xfrm>
            <a:off x="510148" y="954435"/>
            <a:ext cx="11350158" cy="5180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Limited Scope of Signature-Based Detection</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   Fails to detect new or unknown attacks (zero-day vulnerabilities).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   Requires constant updates to signature databases.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High False Positives in Anomaly-Based Detection</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  Often flags benign activities as threats, leading to alert fatigue.</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  Inefficient when training data lacks quality or diversity.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Scalability Issues in IoT Systems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  IoT devices generate massive amounts of data, overwhelming centralized systems.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  Limited computational resources of IoT devices restrict advanced processing.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r>
              <a:rPr lang="en-US" sz="2000" b="1" dirty="0">
                <a:latin typeface="Arial" panose="020B0604020202020204" pitchFamily="34" charset="0"/>
                <a:cs typeface="Arial" panose="020B0604020202020204" pitchFamily="34" charset="0"/>
              </a:rPr>
              <a:t>Lack of Adaptive Learning</a:t>
            </a:r>
            <a:r>
              <a:rPr lang="en-US" sz="2000" dirty="0">
                <a:latin typeface="Arial" panose="020B0604020202020204" pitchFamily="34" charset="0"/>
                <a:cs typeface="Arial" panose="020B0604020202020204" pitchFamily="34" charset="0"/>
              </a:rPr>
              <a:t>:</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Traditional systems do not learn or evolve with new </a:t>
            </a:r>
            <a:r>
              <a:rPr lang="en-US" sz="2000" dirty="0" err="1">
                <a:latin typeface="Arial" panose="020B0604020202020204" pitchFamily="34" charset="0"/>
                <a:cs typeface="Arial" panose="020B0604020202020204" pitchFamily="34" charset="0"/>
              </a:rPr>
              <a:t>data,reducing</a:t>
            </a:r>
            <a:r>
              <a:rPr lang="en-US" sz="2000" dirty="0">
                <a:latin typeface="Arial" panose="020B0604020202020204" pitchFamily="34" charset="0"/>
                <a:cs typeface="Arial" panose="020B0604020202020204" pitchFamily="34" charset="0"/>
              </a:rPr>
              <a:t> their long-term effectiveness.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99384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CFDADC7A-ECB1-CC5E-A8E5-D05136BB019D}"/>
              </a:ext>
            </a:extLst>
          </p:cNvPr>
          <p:cNvSpPr>
            <a:spLocks noGrp="1"/>
          </p:cNvSpPr>
          <p:nvPr>
            <p:ph type="title"/>
          </p:nvPr>
        </p:nvSpPr>
        <p:spPr>
          <a:xfrm>
            <a:off x="1128713" y="138113"/>
            <a:ext cx="8902700" cy="595312"/>
          </a:xfrm>
        </p:spPr>
        <p:txBody>
          <a:bodyPr/>
          <a:lstStyle/>
          <a:p>
            <a:r>
              <a:rPr lang="en-US" altLang="en-US" dirty="0"/>
              <a:t>Proposed solution</a:t>
            </a:r>
          </a:p>
        </p:txBody>
      </p:sp>
      <p:sp>
        <p:nvSpPr>
          <p:cNvPr id="27651" name="Slide Number Placeholder 3">
            <a:extLst>
              <a:ext uri="{FF2B5EF4-FFF2-40B4-BE49-F238E27FC236}">
                <a16:creationId xmlns:a16="http://schemas.microsoft.com/office/drawing/2014/main" id="{632A973D-0066-03E2-8FBC-444EFB02E314}"/>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90000"/>
              </a:lnSpc>
              <a:spcBef>
                <a:spcPts val="1000"/>
              </a:spcBef>
              <a:buFont typeface="Arial" panose="020B0604020202020204" pitchFamily="34" charset="0"/>
              <a:buChar char="•"/>
              <a:defRPr sz="3200">
                <a:solidFill>
                  <a:schemeClr val="tx1"/>
                </a:solidFill>
                <a:latin typeface="Bookman Old Style" panose="02050604050505020204" pitchFamily="18" charset="0"/>
              </a:defRPr>
            </a:lvl1pPr>
            <a:lvl2pPr marL="742950" indent="-285750" algn="just">
              <a:lnSpc>
                <a:spcPct val="90000"/>
              </a:lnSpc>
              <a:spcBef>
                <a:spcPts val="500"/>
              </a:spcBef>
              <a:buFont typeface="Arial" panose="020B0604020202020204" pitchFamily="34" charset="0"/>
              <a:buChar char="•"/>
              <a:defRPr sz="2800">
                <a:solidFill>
                  <a:schemeClr val="tx1"/>
                </a:solidFill>
                <a:latin typeface="Bookman Old Style" panose="02050604050505020204" pitchFamily="18" charset="0"/>
              </a:defRPr>
            </a:lvl2pPr>
            <a:lvl3pPr marL="1143000" indent="-228600" algn="just">
              <a:lnSpc>
                <a:spcPct val="90000"/>
              </a:lnSpc>
              <a:spcBef>
                <a:spcPts val="500"/>
              </a:spcBef>
              <a:buFont typeface="Arial" panose="020B0604020202020204" pitchFamily="34" charset="0"/>
              <a:buChar char="•"/>
              <a:defRPr sz="2400">
                <a:solidFill>
                  <a:schemeClr val="tx1"/>
                </a:solidFill>
                <a:latin typeface="Bookman Old Style" panose="02050604050505020204" pitchFamily="18" charset="0"/>
              </a:defRPr>
            </a:lvl3pPr>
            <a:lvl4pPr marL="16002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4pPr>
            <a:lvl5pPr marL="20574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5pPr>
            <a:lvl6pPr marL="25146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6pPr>
            <a:lvl7pPr marL="29718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7pPr>
            <a:lvl8pPr marL="34290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8pPr>
            <a:lvl9pPr marL="38862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9pPr>
          </a:lstStyle>
          <a:p>
            <a:pPr algn="r">
              <a:lnSpc>
                <a:spcPct val="100000"/>
              </a:lnSpc>
              <a:spcBef>
                <a:spcPct val="0"/>
              </a:spcBef>
              <a:buFontTx/>
              <a:buNone/>
            </a:pPr>
            <a:fld id="{7CAC26CA-6F5A-45B9-89ED-93856395E080}" type="slidenum">
              <a:rPr lang="en-US" altLang="en-US" sz="1400" smtClean="0">
                <a:solidFill>
                  <a:srgbClr val="002060"/>
                </a:solidFill>
              </a:rPr>
              <a:pPr algn="r">
                <a:lnSpc>
                  <a:spcPct val="100000"/>
                </a:lnSpc>
                <a:spcBef>
                  <a:spcPct val="0"/>
                </a:spcBef>
                <a:buFontTx/>
                <a:buNone/>
              </a:pPr>
              <a:t>9</a:t>
            </a:fld>
            <a:endParaRPr lang="en-US" altLang="en-US" sz="1400">
              <a:solidFill>
                <a:srgbClr val="002060"/>
              </a:solidFill>
            </a:endParaRPr>
          </a:p>
        </p:txBody>
      </p:sp>
      <p:sp>
        <p:nvSpPr>
          <p:cNvPr id="3" name="TextBox 2">
            <a:extLst>
              <a:ext uri="{FF2B5EF4-FFF2-40B4-BE49-F238E27FC236}">
                <a16:creationId xmlns:a16="http://schemas.microsoft.com/office/drawing/2014/main" id="{9091F427-2056-FAA4-5D79-33DE73A2D66B}"/>
              </a:ext>
            </a:extLst>
          </p:cNvPr>
          <p:cNvSpPr txBox="1"/>
          <p:nvPr/>
        </p:nvSpPr>
        <p:spPr>
          <a:xfrm>
            <a:off x="261257" y="1240971"/>
            <a:ext cx="11644604" cy="4093428"/>
          </a:xfrm>
          <a:prstGeom prst="rect">
            <a:avLst/>
          </a:prstGeom>
          <a:noFill/>
        </p:spPr>
        <p:txBody>
          <a:bodyPr wrap="square">
            <a:spAutoFit/>
          </a:bodyPr>
          <a:lstStyle/>
          <a:p>
            <a:r>
              <a:rPr lang="en-US" sz="2000" b="1" dirty="0"/>
              <a:t>1.Vice-Activated Commands</a:t>
            </a:r>
          </a:p>
          <a:p>
            <a:r>
              <a:rPr lang="en-US" sz="2000" dirty="0"/>
              <a:t>Allow users to interact with the system using voice commands (e.g., “Activate alarm,” “Check live feed,” or “Disable alerts”), making it more user-friendly.</a:t>
            </a:r>
          </a:p>
          <a:p>
            <a:endParaRPr lang="en-US" sz="2000" b="1" dirty="0"/>
          </a:p>
          <a:p>
            <a:r>
              <a:rPr lang="en-US" sz="2000" b="1" dirty="0"/>
              <a:t>2. AI-Powered Behavior Analysis</a:t>
            </a:r>
          </a:p>
          <a:p>
            <a:r>
              <a:rPr lang="en-US" sz="2000" dirty="0"/>
              <a:t>Implement AI models that analyze behavior patterns. For example, instead of just detecting motion, the system could assess whether the movement aligns with typical human behavior or something unusual (e.g., someone lurking near a door).</a:t>
            </a:r>
          </a:p>
          <a:p>
            <a:r>
              <a:rPr lang="en-US" sz="2000" b="1" dirty="0"/>
              <a:t>3. Multi-Modal Threat Detection</a:t>
            </a:r>
          </a:p>
          <a:p>
            <a:r>
              <a:rPr lang="en-US" sz="2000" dirty="0"/>
              <a:t>Combine data from multiple sources (e.g., video, audio, and vibration sensors) to improve accuracy. For instance, unusual sounds, combined with detected motion, can confirm an intrusion more reliably.</a:t>
            </a:r>
          </a:p>
          <a:p>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61917-C734-27AF-D287-E88B9ECF8B29}"/>
              </a:ext>
            </a:extLst>
          </p:cNvPr>
          <p:cNvSpPr>
            <a:spLocks noGrp="1"/>
          </p:cNvSpPr>
          <p:nvPr>
            <p:ph type="title"/>
          </p:nvPr>
        </p:nvSpPr>
        <p:spPr/>
        <p:txBody>
          <a:bodyPr/>
          <a:lstStyle/>
          <a:p>
            <a:endParaRPr lang="en-IN" dirty="0"/>
          </a:p>
        </p:txBody>
      </p:sp>
      <p:sp>
        <p:nvSpPr>
          <p:cNvPr id="4" name="Slide Number Placeholder 3">
            <a:extLst>
              <a:ext uri="{FF2B5EF4-FFF2-40B4-BE49-F238E27FC236}">
                <a16:creationId xmlns:a16="http://schemas.microsoft.com/office/drawing/2014/main" id="{82A5183D-9142-845C-D67B-A7852EE40B82}"/>
              </a:ext>
            </a:extLst>
          </p:cNvPr>
          <p:cNvSpPr>
            <a:spLocks noGrp="1"/>
          </p:cNvSpPr>
          <p:nvPr>
            <p:ph type="sldNum" sz="quarter" idx="10"/>
          </p:nvPr>
        </p:nvSpPr>
        <p:spPr/>
        <p:txBody>
          <a:bodyPr/>
          <a:lstStyle/>
          <a:p>
            <a:pPr>
              <a:defRPr/>
            </a:pPr>
            <a:fld id="{EA9189D0-4D41-48C0-ADC4-93FAE6EBDC44}" type="slidenum">
              <a:rPr lang="en-US" altLang="en-US" smtClean="0"/>
              <a:pPr>
                <a:defRPr/>
              </a:pPr>
              <a:t>10</a:t>
            </a:fld>
            <a:endParaRPr lang="en-US" altLang="en-US"/>
          </a:p>
        </p:txBody>
      </p:sp>
      <p:sp>
        <p:nvSpPr>
          <p:cNvPr id="6" name="TextBox 5">
            <a:extLst>
              <a:ext uri="{FF2B5EF4-FFF2-40B4-BE49-F238E27FC236}">
                <a16:creationId xmlns:a16="http://schemas.microsoft.com/office/drawing/2014/main" id="{B0B996E8-0513-4E58-BC23-60C219596DD0}"/>
              </a:ext>
            </a:extLst>
          </p:cNvPr>
          <p:cNvSpPr txBox="1"/>
          <p:nvPr/>
        </p:nvSpPr>
        <p:spPr>
          <a:xfrm>
            <a:off x="725302" y="1169895"/>
            <a:ext cx="10502992" cy="4401205"/>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4. Dynamic Alert Customization</a:t>
            </a:r>
          </a:p>
          <a:p>
            <a:r>
              <a:rPr lang="en-US" sz="2000" dirty="0">
                <a:latin typeface="Arial" panose="020B0604020202020204" pitchFamily="34" charset="0"/>
                <a:cs typeface="Arial" panose="020B0604020202020204" pitchFamily="34" charset="0"/>
              </a:rPr>
              <a:t>   Allow users to set customized alerts based on specific scenarios. For </a:t>
            </a:r>
          </a:p>
          <a:p>
            <a:r>
              <a:rPr lang="en-US" sz="2000" dirty="0">
                <a:latin typeface="Arial" panose="020B0604020202020204" pitchFamily="34" charset="0"/>
                <a:cs typeface="Arial" panose="020B0604020202020204" pitchFamily="34" charset="0"/>
              </a:rPr>
              <a:t>   example, a loud alarm might sound for intrusions at night, while silent  </a:t>
            </a:r>
          </a:p>
          <a:p>
            <a:r>
              <a:rPr lang="en-US" sz="2000" dirty="0">
                <a:latin typeface="Arial" panose="020B0604020202020204" pitchFamily="34" charset="0"/>
                <a:cs typeface="Arial" panose="020B0604020202020204" pitchFamily="34" charset="0"/>
              </a:rPr>
              <a:t>   notifications could be sent during the day.</a:t>
            </a:r>
          </a:p>
          <a:p>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5. Self-Healing IoT Network</a:t>
            </a:r>
          </a:p>
          <a:p>
            <a:r>
              <a:rPr lang="en-US" sz="2000" dirty="0">
                <a:latin typeface="Arial" panose="020B0604020202020204" pitchFamily="34" charset="0"/>
                <a:cs typeface="Arial" panose="020B0604020202020204" pitchFamily="34" charset="0"/>
              </a:rPr>
              <a:t>   Enable the system to detect and recover from device failures automatically.   </a:t>
            </a:r>
          </a:p>
          <a:p>
            <a:r>
              <a:rPr lang="en-US" sz="2000" dirty="0">
                <a:latin typeface="Arial" panose="020B0604020202020204" pitchFamily="34" charset="0"/>
                <a:cs typeface="Arial" panose="020B0604020202020204" pitchFamily="34" charset="0"/>
              </a:rPr>
              <a:t>   If one sensor or device goes offline, others should compensate to ensure no   </a:t>
            </a:r>
          </a:p>
          <a:p>
            <a:r>
              <a:rPr lang="en-US" sz="2000" dirty="0">
                <a:latin typeface="Arial" panose="020B0604020202020204" pitchFamily="34" charset="0"/>
                <a:cs typeface="Arial" panose="020B0604020202020204" pitchFamily="34" charset="0"/>
              </a:rPr>
              <a:t>   gaps in monitoring.</a:t>
            </a:r>
          </a:p>
          <a:p>
            <a:endParaRPr lang="en-US" sz="20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6.Edge Computing for Faster Responses</a:t>
            </a:r>
          </a:p>
          <a:p>
            <a:r>
              <a:rPr lang="en-US" sz="2000" dirty="0">
                <a:latin typeface="Arial" panose="020B0604020202020204" pitchFamily="34" charset="0"/>
                <a:cs typeface="Arial" panose="020B0604020202020204" pitchFamily="34" charset="0"/>
              </a:rPr>
              <a:t>   Instead of sending all data to the cloud, edge computing can process data  </a:t>
            </a:r>
          </a:p>
          <a:p>
            <a:r>
              <a:rPr lang="en-US" sz="2000" dirty="0">
                <a:latin typeface="Arial" panose="020B0604020202020204" pitchFamily="34" charset="0"/>
                <a:cs typeface="Arial" panose="020B0604020202020204" pitchFamily="34" charset="0"/>
              </a:rPr>
              <a:t>   locally on IoT devices. This reduces latency, ensures faster detection of </a:t>
            </a:r>
          </a:p>
          <a:p>
            <a:r>
              <a:rPr lang="en-US" sz="2000" dirty="0">
                <a:latin typeface="Arial" panose="020B0604020202020204" pitchFamily="34" charset="0"/>
                <a:cs typeface="Arial" panose="020B0604020202020204" pitchFamily="34" charset="0"/>
              </a:rPr>
              <a:t>   threats, and provides functionality even during internet outages</a:t>
            </a:r>
            <a:r>
              <a:rPr lang="en-US" sz="1800" dirty="0"/>
              <a:t>.</a:t>
            </a:r>
          </a:p>
        </p:txBody>
      </p:sp>
    </p:spTree>
    <p:extLst>
      <p:ext uri="{BB962C8B-B14F-4D97-AF65-F5344CB8AC3E}">
        <p14:creationId xmlns:p14="http://schemas.microsoft.com/office/powerpoint/2010/main" val="900920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2E283-EFDE-4522-8FCF-ED90B39A1E8A}"/>
              </a:ext>
            </a:extLst>
          </p:cNvPr>
          <p:cNvSpPr>
            <a:spLocks noGrp="1"/>
          </p:cNvSpPr>
          <p:nvPr>
            <p:ph type="title"/>
          </p:nvPr>
        </p:nvSpPr>
        <p:spPr/>
        <p:txBody>
          <a:bodyPr/>
          <a:lstStyle/>
          <a:p>
            <a:r>
              <a:rPr lang="en-US" dirty="0"/>
              <a:t>SYSTEM ARCHITECTURE</a:t>
            </a:r>
          </a:p>
        </p:txBody>
      </p:sp>
      <p:sp>
        <p:nvSpPr>
          <p:cNvPr id="4" name="Slide Number Placeholder 3">
            <a:extLst>
              <a:ext uri="{FF2B5EF4-FFF2-40B4-BE49-F238E27FC236}">
                <a16:creationId xmlns:a16="http://schemas.microsoft.com/office/drawing/2014/main" id="{879D1444-EDD1-48A0-888D-2CAEF1C8221B}"/>
              </a:ext>
            </a:extLst>
          </p:cNvPr>
          <p:cNvSpPr>
            <a:spLocks noGrp="1"/>
          </p:cNvSpPr>
          <p:nvPr>
            <p:ph type="sldNum" sz="quarter" idx="10"/>
          </p:nvPr>
        </p:nvSpPr>
        <p:spPr/>
        <p:txBody>
          <a:bodyPr/>
          <a:lstStyle/>
          <a:p>
            <a:pPr>
              <a:defRPr/>
            </a:pPr>
            <a:fld id="{EA9189D0-4D41-48C0-ADC4-93FAE6EBDC44}" type="slidenum">
              <a:rPr lang="en-US" altLang="en-US" smtClean="0"/>
              <a:pPr>
                <a:defRPr/>
              </a:pPr>
              <a:t>11</a:t>
            </a:fld>
            <a:endParaRPr lang="en-US" altLang="en-US"/>
          </a:p>
        </p:txBody>
      </p:sp>
      <p:cxnSp>
        <p:nvCxnSpPr>
          <p:cNvPr id="5" name="Straight Arrow Connector 4">
            <a:extLst>
              <a:ext uri="{FF2B5EF4-FFF2-40B4-BE49-F238E27FC236}">
                <a16:creationId xmlns:a16="http://schemas.microsoft.com/office/drawing/2014/main" id="{443184EA-FEF8-4521-872C-70BB760DF6EE}"/>
              </a:ext>
            </a:extLst>
          </p:cNvPr>
          <p:cNvCxnSpPr>
            <a:cxnSpLocks/>
          </p:cNvCxnSpPr>
          <p:nvPr/>
        </p:nvCxnSpPr>
        <p:spPr>
          <a:xfrm>
            <a:off x="3307976" y="1869141"/>
            <a:ext cx="7530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Flowchart: Process 5">
            <a:extLst>
              <a:ext uri="{FF2B5EF4-FFF2-40B4-BE49-F238E27FC236}">
                <a16:creationId xmlns:a16="http://schemas.microsoft.com/office/drawing/2014/main" id="{B55E2048-44D5-40C3-851B-71B346BBED2A}"/>
              </a:ext>
            </a:extLst>
          </p:cNvPr>
          <p:cNvSpPr/>
          <p:nvPr/>
        </p:nvSpPr>
        <p:spPr>
          <a:xfrm>
            <a:off x="4061011" y="1371600"/>
            <a:ext cx="1761565" cy="99508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AI Assistant</a:t>
            </a:r>
          </a:p>
          <a:p>
            <a:pPr algn="ctr"/>
            <a:r>
              <a:rPr lang="en-US" dirty="0"/>
              <a:t>(Text-to-speech)</a:t>
            </a:r>
          </a:p>
        </p:txBody>
      </p:sp>
      <p:sp>
        <p:nvSpPr>
          <p:cNvPr id="7" name="Flowchart: Process 6">
            <a:extLst>
              <a:ext uri="{FF2B5EF4-FFF2-40B4-BE49-F238E27FC236}">
                <a16:creationId xmlns:a16="http://schemas.microsoft.com/office/drawing/2014/main" id="{B04E2070-C15E-42C5-B5D9-9C64AC95D3DD}"/>
              </a:ext>
            </a:extLst>
          </p:cNvPr>
          <p:cNvSpPr/>
          <p:nvPr/>
        </p:nvSpPr>
        <p:spPr>
          <a:xfrm>
            <a:off x="6485001" y="1371600"/>
            <a:ext cx="2412171" cy="995082"/>
          </a:xfrm>
          <a:prstGeom prst="flowChartProcess">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Machine Learning</a:t>
            </a:r>
          </a:p>
        </p:txBody>
      </p:sp>
      <p:sp>
        <p:nvSpPr>
          <p:cNvPr id="8" name="TextBox 7">
            <a:extLst>
              <a:ext uri="{FF2B5EF4-FFF2-40B4-BE49-F238E27FC236}">
                <a16:creationId xmlns:a16="http://schemas.microsoft.com/office/drawing/2014/main" id="{8885A27E-5274-4076-86CD-99163F55C82A}"/>
              </a:ext>
            </a:extLst>
          </p:cNvPr>
          <p:cNvSpPr txBox="1"/>
          <p:nvPr/>
        </p:nvSpPr>
        <p:spPr>
          <a:xfrm>
            <a:off x="6293415" y="2019150"/>
            <a:ext cx="2488182" cy="369332"/>
          </a:xfrm>
          <a:prstGeom prst="rect">
            <a:avLst/>
          </a:prstGeom>
          <a:noFill/>
        </p:spPr>
        <p:txBody>
          <a:bodyPr wrap="none" rtlCol="0">
            <a:spAutoFit/>
          </a:bodyPr>
          <a:lstStyle/>
          <a:p>
            <a:r>
              <a:rPr lang="en-US" dirty="0">
                <a:solidFill>
                  <a:schemeClr val="bg1"/>
                </a:solidFill>
              </a:rPr>
              <a:t>(Real Time interface)</a:t>
            </a:r>
          </a:p>
        </p:txBody>
      </p:sp>
      <p:sp>
        <p:nvSpPr>
          <p:cNvPr id="9" name="Flowchart: Process 8">
            <a:extLst>
              <a:ext uri="{FF2B5EF4-FFF2-40B4-BE49-F238E27FC236}">
                <a16:creationId xmlns:a16="http://schemas.microsoft.com/office/drawing/2014/main" id="{7723CBAB-CA0F-42AC-B67C-95DC6D8E7657}"/>
              </a:ext>
            </a:extLst>
          </p:cNvPr>
          <p:cNvSpPr/>
          <p:nvPr/>
        </p:nvSpPr>
        <p:spPr>
          <a:xfrm>
            <a:off x="8327912" y="3275165"/>
            <a:ext cx="3330386" cy="1059431"/>
          </a:xfrm>
          <a:prstGeom prst="flowChartProcess">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dirty="0"/>
              <a:t>IoT Devices and </a:t>
            </a:r>
          </a:p>
          <a:p>
            <a:pPr algn="ctr"/>
            <a:r>
              <a:rPr lang="en-US" dirty="0"/>
              <a:t>Network Monitoring</a:t>
            </a:r>
          </a:p>
          <a:p>
            <a:pPr algn="ctr"/>
            <a:r>
              <a:rPr lang="en-US" dirty="0"/>
              <a:t>(IoT Sensors, Cameras, Logs, etc.)</a:t>
            </a:r>
          </a:p>
        </p:txBody>
      </p:sp>
      <p:sp>
        <p:nvSpPr>
          <p:cNvPr id="10" name="Flowchart: Process 9">
            <a:extLst>
              <a:ext uri="{FF2B5EF4-FFF2-40B4-BE49-F238E27FC236}">
                <a16:creationId xmlns:a16="http://schemas.microsoft.com/office/drawing/2014/main" id="{CB5F820C-AD12-4B9C-932C-1511E03D4F77}"/>
              </a:ext>
            </a:extLst>
          </p:cNvPr>
          <p:cNvSpPr/>
          <p:nvPr/>
        </p:nvSpPr>
        <p:spPr>
          <a:xfrm>
            <a:off x="9444022" y="1355512"/>
            <a:ext cx="1882590" cy="995082"/>
          </a:xfrm>
          <a:prstGeom prst="flowChart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System Monitoring</a:t>
            </a:r>
          </a:p>
        </p:txBody>
      </p:sp>
      <p:sp>
        <p:nvSpPr>
          <p:cNvPr id="11" name="Flowchart: Process 10">
            <a:extLst>
              <a:ext uri="{FF2B5EF4-FFF2-40B4-BE49-F238E27FC236}">
                <a16:creationId xmlns:a16="http://schemas.microsoft.com/office/drawing/2014/main" id="{951BF52F-153D-441F-87C6-B0F79F0EE062}"/>
              </a:ext>
            </a:extLst>
          </p:cNvPr>
          <p:cNvSpPr/>
          <p:nvPr/>
        </p:nvSpPr>
        <p:spPr>
          <a:xfrm>
            <a:off x="1064705" y="5221952"/>
            <a:ext cx="1882590" cy="751766"/>
          </a:xfrm>
          <a:prstGeom prst="flowChartProcess">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t>Anti-Malware</a:t>
            </a:r>
          </a:p>
          <a:p>
            <a:pPr algn="ctr"/>
            <a:r>
              <a:rPr lang="en-US" dirty="0"/>
              <a:t>software</a:t>
            </a:r>
          </a:p>
        </p:txBody>
      </p:sp>
      <p:sp>
        <p:nvSpPr>
          <p:cNvPr id="12" name="Flowchart: Process 11">
            <a:extLst>
              <a:ext uri="{FF2B5EF4-FFF2-40B4-BE49-F238E27FC236}">
                <a16:creationId xmlns:a16="http://schemas.microsoft.com/office/drawing/2014/main" id="{5498D77F-23E9-47EA-B349-E145E7D38B7E}"/>
              </a:ext>
            </a:extLst>
          </p:cNvPr>
          <p:cNvSpPr/>
          <p:nvPr/>
        </p:nvSpPr>
        <p:spPr>
          <a:xfrm>
            <a:off x="3250751" y="3291252"/>
            <a:ext cx="2541494" cy="1043344"/>
          </a:xfrm>
          <a:prstGeom prst="flowChartProcess">
            <a:avLst/>
          </a:prstGeom>
          <a:ln/>
        </p:spPr>
        <p:style>
          <a:lnRef idx="1">
            <a:schemeClr val="dk1"/>
          </a:lnRef>
          <a:fillRef idx="2">
            <a:schemeClr val="dk1"/>
          </a:fillRef>
          <a:effectRef idx="1">
            <a:schemeClr val="dk1"/>
          </a:effectRef>
          <a:fontRef idx="minor">
            <a:schemeClr val="dk1"/>
          </a:fontRef>
        </p:style>
        <p:txBody>
          <a:bodyPr rtlCol="0" anchor="ctr"/>
          <a:lstStyle/>
          <a:p>
            <a:pPr algn="ctr"/>
            <a:r>
              <a:rPr lang="en-US" dirty="0"/>
              <a:t>Notification &amp;  Alert System  (Alert User via UI,  Audio, Email,) etc.</a:t>
            </a:r>
          </a:p>
        </p:txBody>
      </p:sp>
      <p:sp>
        <p:nvSpPr>
          <p:cNvPr id="13" name="Flowchart: Alternate Process 12">
            <a:extLst>
              <a:ext uri="{FF2B5EF4-FFF2-40B4-BE49-F238E27FC236}">
                <a16:creationId xmlns:a16="http://schemas.microsoft.com/office/drawing/2014/main" id="{C9DA173E-5536-4F10-9DA4-D3D3B91CA37D}"/>
              </a:ext>
            </a:extLst>
          </p:cNvPr>
          <p:cNvSpPr/>
          <p:nvPr/>
        </p:nvSpPr>
        <p:spPr>
          <a:xfrm>
            <a:off x="6238986" y="3291252"/>
            <a:ext cx="1636357" cy="1027258"/>
          </a:xfrm>
          <a:prstGeom prst="flowChartAlternate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Detect Malware Files</a:t>
            </a:r>
          </a:p>
        </p:txBody>
      </p:sp>
      <p:sp>
        <p:nvSpPr>
          <p:cNvPr id="14" name="Flowchart: Alternate Process 13">
            <a:extLst>
              <a:ext uri="{FF2B5EF4-FFF2-40B4-BE49-F238E27FC236}">
                <a16:creationId xmlns:a16="http://schemas.microsoft.com/office/drawing/2014/main" id="{C7B269C5-028B-4025-BA4F-FDAB4A89BAAE}"/>
              </a:ext>
            </a:extLst>
          </p:cNvPr>
          <p:cNvSpPr/>
          <p:nvPr/>
        </p:nvSpPr>
        <p:spPr>
          <a:xfrm>
            <a:off x="1063213" y="3336559"/>
            <a:ext cx="1821928" cy="968823"/>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Deploy </a:t>
            </a:r>
          </a:p>
        </p:txBody>
      </p:sp>
      <p:cxnSp>
        <p:nvCxnSpPr>
          <p:cNvPr id="15" name="Straight Arrow Connector 14">
            <a:extLst>
              <a:ext uri="{FF2B5EF4-FFF2-40B4-BE49-F238E27FC236}">
                <a16:creationId xmlns:a16="http://schemas.microsoft.com/office/drawing/2014/main" id="{4D841713-4C33-4C83-91F5-3D3B1215DA2F}"/>
              </a:ext>
            </a:extLst>
          </p:cNvPr>
          <p:cNvCxnSpPr>
            <a:cxnSpLocks/>
            <a:stCxn id="6" idx="3"/>
            <a:endCxn id="7" idx="1"/>
          </p:cNvCxnSpPr>
          <p:nvPr/>
        </p:nvCxnSpPr>
        <p:spPr>
          <a:xfrm>
            <a:off x="5822576" y="1869141"/>
            <a:ext cx="6624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A167357-5FCB-48D6-AB1D-5C4474C60D49}"/>
              </a:ext>
            </a:extLst>
          </p:cNvPr>
          <p:cNvCxnSpPr>
            <a:cxnSpLocks/>
            <a:stCxn id="10" idx="2"/>
          </p:cNvCxnSpPr>
          <p:nvPr/>
        </p:nvCxnSpPr>
        <p:spPr>
          <a:xfrm>
            <a:off x="10385317" y="2350594"/>
            <a:ext cx="4482" cy="940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A111014-A2E2-47A0-A0B3-E6F34112EAE3}"/>
              </a:ext>
            </a:extLst>
          </p:cNvPr>
          <p:cNvCxnSpPr>
            <a:cxnSpLocks/>
            <a:stCxn id="7" idx="3"/>
            <a:endCxn id="10" idx="1"/>
          </p:cNvCxnSpPr>
          <p:nvPr/>
        </p:nvCxnSpPr>
        <p:spPr>
          <a:xfrm flipV="1">
            <a:off x="8897172" y="1853053"/>
            <a:ext cx="546850" cy="16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BE238D9-330B-4517-81BF-887CCD4C19CD}"/>
              </a:ext>
            </a:extLst>
          </p:cNvPr>
          <p:cNvCxnSpPr>
            <a:cxnSpLocks/>
            <a:stCxn id="9" idx="1"/>
            <a:endCxn id="13" idx="3"/>
          </p:cNvCxnSpPr>
          <p:nvPr/>
        </p:nvCxnSpPr>
        <p:spPr>
          <a:xfrm flipH="1">
            <a:off x="7875343" y="3804881"/>
            <a:ext cx="4525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4E6F34E-3311-4302-81A6-21D9D3213E5B}"/>
              </a:ext>
            </a:extLst>
          </p:cNvPr>
          <p:cNvCxnSpPr>
            <a:cxnSpLocks/>
            <a:stCxn id="13" idx="1"/>
            <a:endCxn id="12" idx="3"/>
          </p:cNvCxnSpPr>
          <p:nvPr/>
        </p:nvCxnSpPr>
        <p:spPr>
          <a:xfrm flipH="1">
            <a:off x="5792245" y="3804881"/>
            <a:ext cx="446741" cy="80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27291E7-3123-4DDD-A2D1-55AA5724C040}"/>
              </a:ext>
            </a:extLst>
          </p:cNvPr>
          <p:cNvCxnSpPr>
            <a:cxnSpLocks/>
            <a:stCxn id="12" idx="1"/>
            <a:endCxn id="14" idx="3"/>
          </p:cNvCxnSpPr>
          <p:nvPr/>
        </p:nvCxnSpPr>
        <p:spPr>
          <a:xfrm flipH="1">
            <a:off x="2885141" y="3812924"/>
            <a:ext cx="365610" cy="80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20913CE-E1CC-48E0-84CA-D768DEC0B0AA}"/>
              </a:ext>
            </a:extLst>
          </p:cNvPr>
          <p:cNvCxnSpPr>
            <a:stCxn id="14" idx="2"/>
            <a:endCxn id="11" idx="0"/>
          </p:cNvCxnSpPr>
          <p:nvPr/>
        </p:nvCxnSpPr>
        <p:spPr>
          <a:xfrm>
            <a:off x="1974177" y="4305382"/>
            <a:ext cx="31823" cy="9165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44122A7E-CAFD-4211-9DEE-640F1F80D7D4}"/>
              </a:ext>
            </a:extLst>
          </p:cNvPr>
          <p:cNvSpPr/>
          <p:nvPr/>
        </p:nvSpPr>
        <p:spPr>
          <a:xfrm>
            <a:off x="1806683" y="1450112"/>
            <a:ext cx="1467749" cy="88459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AMSS</a:t>
            </a:r>
          </a:p>
        </p:txBody>
      </p:sp>
    </p:spTree>
    <p:extLst>
      <p:ext uri="{BB962C8B-B14F-4D97-AF65-F5344CB8AC3E}">
        <p14:creationId xmlns:p14="http://schemas.microsoft.com/office/powerpoint/2010/main" val="4144473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63637-BD27-4127-BA74-AC9DB445710B}"/>
              </a:ext>
            </a:extLst>
          </p:cNvPr>
          <p:cNvSpPr>
            <a:spLocks noGrp="1"/>
          </p:cNvSpPr>
          <p:nvPr>
            <p:ph type="title"/>
          </p:nvPr>
        </p:nvSpPr>
        <p:spPr/>
        <p:txBody>
          <a:bodyPr/>
          <a:lstStyle/>
          <a:p>
            <a:r>
              <a:rPr lang="en-US" dirty="0" err="1"/>
              <a:t>UseCase</a:t>
            </a:r>
            <a:r>
              <a:rPr lang="en-US" dirty="0"/>
              <a:t> Diagram</a:t>
            </a:r>
          </a:p>
        </p:txBody>
      </p:sp>
      <p:sp>
        <p:nvSpPr>
          <p:cNvPr id="4" name="Slide Number Placeholder 3">
            <a:extLst>
              <a:ext uri="{FF2B5EF4-FFF2-40B4-BE49-F238E27FC236}">
                <a16:creationId xmlns:a16="http://schemas.microsoft.com/office/drawing/2014/main" id="{F7755A00-2BE7-46B4-90EC-E03B636575E8}"/>
              </a:ext>
            </a:extLst>
          </p:cNvPr>
          <p:cNvSpPr>
            <a:spLocks noGrp="1"/>
          </p:cNvSpPr>
          <p:nvPr>
            <p:ph type="sldNum" sz="quarter" idx="10"/>
          </p:nvPr>
        </p:nvSpPr>
        <p:spPr/>
        <p:txBody>
          <a:bodyPr/>
          <a:lstStyle/>
          <a:p>
            <a:pPr>
              <a:defRPr/>
            </a:pPr>
            <a:fld id="{EA9189D0-4D41-48C0-ADC4-93FAE6EBDC44}" type="slidenum">
              <a:rPr lang="en-US" altLang="en-US" smtClean="0"/>
              <a:pPr>
                <a:defRPr/>
              </a:pPr>
              <a:t>12</a:t>
            </a:fld>
            <a:endParaRPr lang="en-US" altLang="en-US"/>
          </a:p>
        </p:txBody>
      </p:sp>
      <p:pic>
        <p:nvPicPr>
          <p:cNvPr id="7" name="Content Placeholder 6">
            <a:extLst>
              <a:ext uri="{FF2B5EF4-FFF2-40B4-BE49-F238E27FC236}">
                <a16:creationId xmlns:a16="http://schemas.microsoft.com/office/drawing/2014/main" id="{409A7437-728E-4E3B-B1E9-2078AB0449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61188" y="1090613"/>
            <a:ext cx="7502936" cy="4818062"/>
          </a:xfrm>
        </p:spPr>
      </p:pic>
    </p:spTree>
    <p:extLst>
      <p:ext uri="{BB962C8B-B14F-4D97-AF65-F5344CB8AC3E}">
        <p14:creationId xmlns:p14="http://schemas.microsoft.com/office/powerpoint/2010/main" val="2311379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543AC-F14F-4E93-870F-549EF38564E4}"/>
              </a:ext>
            </a:extLst>
          </p:cNvPr>
          <p:cNvSpPr>
            <a:spLocks noGrp="1"/>
          </p:cNvSpPr>
          <p:nvPr>
            <p:ph type="title"/>
          </p:nvPr>
        </p:nvSpPr>
        <p:spPr/>
        <p:txBody>
          <a:bodyPr/>
          <a:lstStyle/>
          <a:p>
            <a:r>
              <a:rPr lang="en-US" dirty="0"/>
              <a:t>ACTIVITY DIAGRAM</a:t>
            </a:r>
          </a:p>
        </p:txBody>
      </p:sp>
      <p:sp>
        <p:nvSpPr>
          <p:cNvPr id="4" name="Slide Number Placeholder 3">
            <a:extLst>
              <a:ext uri="{FF2B5EF4-FFF2-40B4-BE49-F238E27FC236}">
                <a16:creationId xmlns:a16="http://schemas.microsoft.com/office/drawing/2014/main" id="{82F85EDD-E81D-4823-A741-D6001B5F0B33}"/>
              </a:ext>
            </a:extLst>
          </p:cNvPr>
          <p:cNvSpPr>
            <a:spLocks noGrp="1"/>
          </p:cNvSpPr>
          <p:nvPr>
            <p:ph type="sldNum" sz="quarter" idx="10"/>
          </p:nvPr>
        </p:nvSpPr>
        <p:spPr/>
        <p:txBody>
          <a:bodyPr/>
          <a:lstStyle/>
          <a:p>
            <a:pPr>
              <a:defRPr/>
            </a:pPr>
            <a:fld id="{EA9189D0-4D41-48C0-ADC4-93FAE6EBDC44}" type="slidenum">
              <a:rPr lang="en-US" altLang="en-US" smtClean="0"/>
              <a:pPr>
                <a:defRPr/>
              </a:pPr>
              <a:t>13</a:t>
            </a:fld>
            <a:endParaRPr lang="en-US" altLang="en-US"/>
          </a:p>
        </p:txBody>
      </p:sp>
      <p:sp>
        <p:nvSpPr>
          <p:cNvPr id="6" name="TextBox 5">
            <a:extLst>
              <a:ext uri="{FF2B5EF4-FFF2-40B4-BE49-F238E27FC236}">
                <a16:creationId xmlns:a16="http://schemas.microsoft.com/office/drawing/2014/main" id="{50BE66A5-9532-491E-9B2A-74D8CA0BDDF5}"/>
              </a:ext>
            </a:extLst>
          </p:cNvPr>
          <p:cNvSpPr txBox="1"/>
          <p:nvPr/>
        </p:nvSpPr>
        <p:spPr>
          <a:xfrm>
            <a:off x="5643632" y="5794283"/>
            <a:ext cx="452368" cy="253916"/>
          </a:xfrm>
          <a:prstGeom prst="rect">
            <a:avLst/>
          </a:prstGeom>
          <a:noFill/>
        </p:spPr>
        <p:txBody>
          <a:bodyPr wrap="none" rtlCol="0">
            <a:spAutoFit/>
          </a:bodyPr>
          <a:lstStyle/>
          <a:p>
            <a:r>
              <a:rPr lang="en-US" sz="1050" dirty="0"/>
              <a:t>End</a:t>
            </a:r>
          </a:p>
        </p:txBody>
      </p:sp>
      <p:pic>
        <p:nvPicPr>
          <p:cNvPr id="7" name="Content Placeholder 6">
            <a:extLst>
              <a:ext uri="{FF2B5EF4-FFF2-40B4-BE49-F238E27FC236}">
                <a16:creationId xmlns:a16="http://schemas.microsoft.com/office/drawing/2014/main" id="{EE87EA3D-A41C-4D38-B016-ACBBBDCAFD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8650" y="1135856"/>
            <a:ext cx="8052454" cy="4818062"/>
          </a:xfrm>
        </p:spPr>
      </p:pic>
    </p:spTree>
    <p:extLst>
      <p:ext uri="{BB962C8B-B14F-4D97-AF65-F5344CB8AC3E}">
        <p14:creationId xmlns:p14="http://schemas.microsoft.com/office/powerpoint/2010/main" val="405983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D8AF6-741E-47AF-970E-6DCA5F36FF9F}"/>
              </a:ext>
            </a:extLst>
          </p:cNvPr>
          <p:cNvSpPr>
            <a:spLocks noGrp="1"/>
          </p:cNvSpPr>
          <p:nvPr>
            <p:ph type="title"/>
          </p:nvPr>
        </p:nvSpPr>
        <p:spPr/>
        <p:txBody>
          <a:bodyPr/>
          <a:lstStyle/>
          <a:p>
            <a:r>
              <a:rPr lang="en-US" dirty="0"/>
              <a:t>Sequence Diagram</a:t>
            </a:r>
          </a:p>
        </p:txBody>
      </p:sp>
      <p:sp>
        <p:nvSpPr>
          <p:cNvPr id="4" name="Slide Number Placeholder 3">
            <a:extLst>
              <a:ext uri="{FF2B5EF4-FFF2-40B4-BE49-F238E27FC236}">
                <a16:creationId xmlns:a16="http://schemas.microsoft.com/office/drawing/2014/main" id="{71EBC343-14F7-48B8-A52B-1DA4C04F7170}"/>
              </a:ext>
            </a:extLst>
          </p:cNvPr>
          <p:cNvSpPr>
            <a:spLocks noGrp="1"/>
          </p:cNvSpPr>
          <p:nvPr>
            <p:ph type="sldNum" sz="quarter" idx="10"/>
          </p:nvPr>
        </p:nvSpPr>
        <p:spPr/>
        <p:txBody>
          <a:bodyPr/>
          <a:lstStyle/>
          <a:p>
            <a:pPr>
              <a:defRPr/>
            </a:pPr>
            <a:fld id="{EA9189D0-4D41-48C0-ADC4-93FAE6EBDC44}" type="slidenum">
              <a:rPr lang="en-US" altLang="en-US" smtClean="0"/>
              <a:pPr>
                <a:defRPr/>
              </a:pPr>
              <a:t>14</a:t>
            </a:fld>
            <a:endParaRPr lang="en-US" altLang="en-US"/>
          </a:p>
        </p:txBody>
      </p:sp>
      <p:pic>
        <p:nvPicPr>
          <p:cNvPr id="6" name="Content Placeholder 5">
            <a:extLst>
              <a:ext uri="{FF2B5EF4-FFF2-40B4-BE49-F238E27FC236}">
                <a16:creationId xmlns:a16="http://schemas.microsoft.com/office/drawing/2014/main" id="{B62CF6FB-AEEA-4107-8565-EFCF428616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8713" y="1358153"/>
            <a:ext cx="9767887" cy="3953794"/>
          </a:xfrm>
        </p:spPr>
      </p:pic>
    </p:spTree>
    <p:extLst>
      <p:ext uri="{BB962C8B-B14F-4D97-AF65-F5344CB8AC3E}">
        <p14:creationId xmlns:p14="http://schemas.microsoft.com/office/powerpoint/2010/main" val="3629955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6666D-284F-4DB3-A666-97D778B96694}"/>
              </a:ext>
            </a:extLst>
          </p:cNvPr>
          <p:cNvSpPr>
            <a:spLocks noGrp="1"/>
          </p:cNvSpPr>
          <p:nvPr>
            <p:ph type="title"/>
          </p:nvPr>
        </p:nvSpPr>
        <p:spPr/>
        <p:txBody>
          <a:bodyPr/>
          <a:lstStyle/>
          <a:p>
            <a:r>
              <a:rPr lang="en-US" dirty="0"/>
              <a:t>RESULTS</a:t>
            </a:r>
          </a:p>
        </p:txBody>
      </p:sp>
      <p:pic>
        <p:nvPicPr>
          <p:cNvPr id="6" name="Content Placeholder 5">
            <a:extLst>
              <a:ext uri="{FF2B5EF4-FFF2-40B4-BE49-F238E27FC236}">
                <a16:creationId xmlns:a16="http://schemas.microsoft.com/office/drawing/2014/main" id="{79C956BE-5870-42FB-A945-C7DB1E5A58E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8713" y="1418665"/>
            <a:ext cx="9023816" cy="4020669"/>
          </a:xfrm>
        </p:spPr>
      </p:pic>
      <p:sp>
        <p:nvSpPr>
          <p:cNvPr id="4" name="Slide Number Placeholder 3">
            <a:extLst>
              <a:ext uri="{FF2B5EF4-FFF2-40B4-BE49-F238E27FC236}">
                <a16:creationId xmlns:a16="http://schemas.microsoft.com/office/drawing/2014/main" id="{511A2CEC-6C20-48EF-ADF4-BD2D55A66CB8}"/>
              </a:ext>
            </a:extLst>
          </p:cNvPr>
          <p:cNvSpPr>
            <a:spLocks noGrp="1"/>
          </p:cNvSpPr>
          <p:nvPr>
            <p:ph type="sldNum" sz="quarter" idx="10"/>
          </p:nvPr>
        </p:nvSpPr>
        <p:spPr/>
        <p:txBody>
          <a:bodyPr/>
          <a:lstStyle/>
          <a:p>
            <a:pPr>
              <a:defRPr/>
            </a:pPr>
            <a:fld id="{EA9189D0-4D41-48C0-ADC4-93FAE6EBDC44}" type="slidenum">
              <a:rPr lang="en-US" altLang="en-US" smtClean="0"/>
              <a:pPr>
                <a:defRPr/>
              </a:pPr>
              <a:t>15</a:t>
            </a:fld>
            <a:endParaRPr lang="en-US" altLang="en-US"/>
          </a:p>
        </p:txBody>
      </p:sp>
    </p:spTree>
    <p:extLst>
      <p:ext uri="{BB962C8B-B14F-4D97-AF65-F5344CB8AC3E}">
        <p14:creationId xmlns:p14="http://schemas.microsoft.com/office/powerpoint/2010/main" val="3989514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4429-2388-4D9C-8E04-C4D17A76F14C}"/>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335248E6-3BDA-478D-BD72-9D541710D4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8713" y="1102660"/>
            <a:ext cx="9767887" cy="3845746"/>
          </a:xfrm>
        </p:spPr>
      </p:pic>
      <p:sp>
        <p:nvSpPr>
          <p:cNvPr id="4" name="Slide Number Placeholder 3">
            <a:extLst>
              <a:ext uri="{FF2B5EF4-FFF2-40B4-BE49-F238E27FC236}">
                <a16:creationId xmlns:a16="http://schemas.microsoft.com/office/drawing/2014/main" id="{5FECB782-A1B6-4683-A26D-F5CA377768F4}"/>
              </a:ext>
            </a:extLst>
          </p:cNvPr>
          <p:cNvSpPr>
            <a:spLocks noGrp="1"/>
          </p:cNvSpPr>
          <p:nvPr>
            <p:ph type="sldNum" sz="quarter" idx="10"/>
          </p:nvPr>
        </p:nvSpPr>
        <p:spPr/>
        <p:txBody>
          <a:bodyPr/>
          <a:lstStyle/>
          <a:p>
            <a:pPr>
              <a:defRPr/>
            </a:pPr>
            <a:fld id="{EA9189D0-4D41-48C0-ADC4-93FAE6EBDC44}" type="slidenum">
              <a:rPr lang="en-US" altLang="en-US" smtClean="0"/>
              <a:pPr>
                <a:defRPr/>
              </a:pPr>
              <a:t>16</a:t>
            </a:fld>
            <a:endParaRPr lang="en-US" altLang="en-US"/>
          </a:p>
        </p:txBody>
      </p:sp>
    </p:spTree>
    <p:extLst>
      <p:ext uri="{BB962C8B-B14F-4D97-AF65-F5344CB8AC3E}">
        <p14:creationId xmlns:p14="http://schemas.microsoft.com/office/powerpoint/2010/main" val="3733888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C0B9E-9C4B-4AEE-8B56-40785AADE773}"/>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5F6A2DB5-6E2C-451A-9205-98975DA925E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35729" y="952648"/>
            <a:ext cx="6484473" cy="883655"/>
          </a:xfrm>
        </p:spPr>
      </p:pic>
      <p:sp>
        <p:nvSpPr>
          <p:cNvPr id="4" name="Slide Number Placeholder 3">
            <a:extLst>
              <a:ext uri="{FF2B5EF4-FFF2-40B4-BE49-F238E27FC236}">
                <a16:creationId xmlns:a16="http://schemas.microsoft.com/office/drawing/2014/main" id="{30088C21-46E9-4F4B-980C-F4D5B879881D}"/>
              </a:ext>
            </a:extLst>
          </p:cNvPr>
          <p:cNvSpPr>
            <a:spLocks noGrp="1"/>
          </p:cNvSpPr>
          <p:nvPr>
            <p:ph type="sldNum" sz="quarter" idx="10"/>
          </p:nvPr>
        </p:nvSpPr>
        <p:spPr/>
        <p:txBody>
          <a:bodyPr/>
          <a:lstStyle/>
          <a:p>
            <a:pPr>
              <a:defRPr/>
            </a:pPr>
            <a:fld id="{EA9189D0-4D41-48C0-ADC4-93FAE6EBDC44}" type="slidenum">
              <a:rPr lang="en-US" altLang="en-US" smtClean="0"/>
              <a:pPr>
                <a:defRPr/>
              </a:pPr>
              <a:t>17</a:t>
            </a:fld>
            <a:endParaRPr lang="en-US" altLang="en-US"/>
          </a:p>
        </p:txBody>
      </p:sp>
      <p:pic>
        <p:nvPicPr>
          <p:cNvPr id="8" name="Picture 7">
            <a:extLst>
              <a:ext uri="{FF2B5EF4-FFF2-40B4-BE49-F238E27FC236}">
                <a16:creationId xmlns:a16="http://schemas.microsoft.com/office/drawing/2014/main" id="{E76337FA-4298-4263-8B62-CEC22FE2ED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6698" y="2017820"/>
            <a:ext cx="4582534" cy="4157013"/>
          </a:xfrm>
          <a:prstGeom prst="rect">
            <a:avLst/>
          </a:prstGeom>
        </p:spPr>
      </p:pic>
    </p:spTree>
    <p:extLst>
      <p:ext uri="{BB962C8B-B14F-4D97-AF65-F5344CB8AC3E}">
        <p14:creationId xmlns:p14="http://schemas.microsoft.com/office/powerpoint/2010/main" val="1319217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86A67-D598-4817-8C28-BCBC8A03F775}"/>
              </a:ext>
            </a:extLst>
          </p:cNvPr>
          <p:cNvSpPr>
            <a:spLocks noGrp="1"/>
          </p:cNvSpPr>
          <p:nvPr>
            <p:ph type="title"/>
          </p:nvPr>
        </p:nvSpPr>
        <p:spPr/>
        <p:txBody>
          <a:bodyPr/>
          <a:lstStyle/>
          <a:p>
            <a:r>
              <a:rPr lang="en-US" dirty="0"/>
              <a:t>HARDWARE &amp; SOFTWARE REQUIREMENTS</a:t>
            </a:r>
          </a:p>
        </p:txBody>
      </p:sp>
      <p:sp>
        <p:nvSpPr>
          <p:cNvPr id="4" name="Slide Number Placeholder 3">
            <a:extLst>
              <a:ext uri="{FF2B5EF4-FFF2-40B4-BE49-F238E27FC236}">
                <a16:creationId xmlns:a16="http://schemas.microsoft.com/office/drawing/2014/main" id="{E50EC469-A2C0-40C1-B67E-98FBB716F3D3}"/>
              </a:ext>
            </a:extLst>
          </p:cNvPr>
          <p:cNvSpPr>
            <a:spLocks noGrp="1"/>
          </p:cNvSpPr>
          <p:nvPr>
            <p:ph type="sldNum" sz="quarter" idx="10"/>
          </p:nvPr>
        </p:nvSpPr>
        <p:spPr/>
        <p:txBody>
          <a:bodyPr/>
          <a:lstStyle/>
          <a:p>
            <a:pPr>
              <a:defRPr/>
            </a:pPr>
            <a:fld id="{EA9189D0-4D41-48C0-ADC4-93FAE6EBDC44}" type="slidenum">
              <a:rPr lang="en-US" altLang="en-US" smtClean="0"/>
              <a:pPr>
                <a:defRPr/>
              </a:pPr>
              <a:t>18</a:t>
            </a:fld>
            <a:endParaRPr lang="en-US" altLang="en-US"/>
          </a:p>
        </p:txBody>
      </p:sp>
      <p:sp>
        <p:nvSpPr>
          <p:cNvPr id="7" name="TextBox 6">
            <a:extLst>
              <a:ext uri="{FF2B5EF4-FFF2-40B4-BE49-F238E27FC236}">
                <a16:creationId xmlns:a16="http://schemas.microsoft.com/office/drawing/2014/main" id="{AD47328D-E31A-4156-934B-BD14BDCBF4F1}"/>
              </a:ext>
            </a:extLst>
          </p:cNvPr>
          <p:cNvSpPr txBox="1"/>
          <p:nvPr/>
        </p:nvSpPr>
        <p:spPr>
          <a:xfrm>
            <a:off x="846325" y="1028343"/>
            <a:ext cx="9669275" cy="4801314"/>
          </a:xfrm>
          <a:prstGeom prst="rect">
            <a:avLst/>
          </a:prstGeom>
          <a:noFill/>
        </p:spPr>
        <p:txBody>
          <a:bodyPr wrap="square">
            <a:spAutoFit/>
          </a:bodyPr>
          <a:lstStyle/>
          <a:p>
            <a:r>
              <a:rPr lang="en-US" b="1" dirty="0">
                <a:latin typeface="Arial" panose="020B0604020202020204" pitchFamily="34" charset="0"/>
                <a:cs typeface="Arial" panose="020B0604020202020204" pitchFamily="34" charset="0"/>
              </a:rPr>
              <a:t>Hardware Requirements</a:t>
            </a:r>
          </a:p>
          <a:p>
            <a:r>
              <a:rPr lang="en-US" b="1" dirty="0">
                <a:latin typeface="Arial" panose="020B0604020202020204" pitchFamily="34" charset="0"/>
                <a:cs typeface="Arial" panose="020B0604020202020204" pitchFamily="34" charset="0"/>
              </a:rPr>
              <a:t>IoT Devices: </a:t>
            </a:r>
          </a:p>
          <a:p>
            <a:r>
              <a:rPr lang="en-US" dirty="0">
                <a:latin typeface="Arial" panose="020B0604020202020204" pitchFamily="34" charset="0"/>
                <a:cs typeface="Arial" panose="020B0604020202020204" pitchFamily="34" charset="0"/>
              </a:rPr>
              <a:t>Sensors: Motion detectors, infrared sensors, temperature sensors, etc.</a:t>
            </a:r>
          </a:p>
          <a:p>
            <a:endParaRPr lang="en-US"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Processing Units</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Microcontrollers: Arduino, ESP32, or Raspberry Pi for edge processing.</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Networking Equipment</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Routers and switches for seamless communication between IoT devices.</a:t>
            </a:r>
          </a:p>
          <a:p>
            <a:r>
              <a:rPr lang="en-US" dirty="0">
                <a:latin typeface="Arial" panose="020B0604020202020204" pitchFamily="34" charset="0"/>
                <a:cs typeface="Arial" panose="020B0604020202020204" pitchFamily="34" charset="0"/>
              </a:rPr>
              <a:t> Wireless modules: Wi-Fi, Zigbee, or LoRa for IoT device connectivity.</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Storage</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Local storage: Solid-state drives (SSD) or SD cards for edge devices.</a:t>
            </a:r>
          </a:p>
          <a:p>
            <a:r>
              <a:rPr lang="en-US" dirty="0">
                <a:latin typeface="Arial" panose="020B0604020202020204" pitchFamily="34" charset="0"/>
                <a:cs typeface="Arial" panose="020B0604020202020204" pitchFamily="34" charset="0"/>
              </a:rPr>
              <a:t> Central storage: Cloud-based or on-premise storage with at least 1 TB capacity.</a:t>
            </a:r>
          </a:p>
          <a:p>
            <a:endParaRPr lang="en-US"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Display and User Interface Devices</a:t>
            </a:r>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 Monitors or mobile devices for viewing alerts and system status.</a:t>
            </a: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9964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AAB62-290E-45A1-B6B2-91CDDFE53E7D}"/>
              </a:ext>
            </a:extLst>
          </p:cNvPr>
          <p:cNvSpPr>
            <a:spLocks noGrp="1"/>
          </p:cNvSpPr>
          <p:nvPr>
            <p:ph type="title"/>
          </p:nvPr>
        </p:nvSpPr>
        <p:spPr/>
        <p:txBody>
          <a:bodyPr/>
          <a:lstStyle/>
          <a:p>
            <a:r>
              <a:rPr lang="en-US" sz="2800" b="1" dirty="0">
                <a:latin typeface="Arial" panose="020B0604020202020204" pitchFamily="34" charset="0"/>
                <a:cs typeface="Arial" panose="020B0604020202020204" pitchFamily="34" charset="0"/>
              </a:rPr>
              <a:t>Software Requirements</a:t>
            </a:r>
            <a:endParaRPr lang="en-US" dirty="0"/>
          </a:p>
        </p:txBody>
      </p:sp>
      <p:sp>
        <p:nvSpPr>
          <p:cNvPr id="3" name="Content Placeholder 2">
            <a:extLst>
              <a:ext uri="{FF2B5EF4-FFF2-40B4-BE49-F238E27FC236}">
                <a16:creationId xmlns:a16="http://schemas.microsoft.com/office/drawing/2014/main" id="{034B10E5-0F0D-4BE4-88C9-4337946865DE}"/>
              </a:ext>
            </a:extLst>
          </p:cNvPr>
          <p:cNvSpPr>
            <a:spLocks noGrp="1"/>
          </p:cNvSpPr>
          <p:nvPr>
            <p:ph idx="1"/>
          </p:nvPr>
        </p:nvSpPr>
        <p:spPr>
          <a:xfrm>
            <a:off x="1007689" y="1108962"/>
            <a:ext cx="9767887" cy="4818062"/>
          </a:xfrm>
        </p:spPr>
        <p:txBody>
          <a:bodyPr/>
          <a:lstStyle/>
          <a:p>
            <a:r>
              <a:rPr lang="en-US" sz="2000" b="1" dirty="0">
                <a:latin typeface="Arial" panose="020B0604020202020204" pitchFamily="34" charset="0"/>
                <a:cs typeface="Arial" panose="020B0604020202020204" pitchFamily="34" charset="0"/>
              </a:rPr>
              <a:t>Software Requirements</a:t>
            </a:r>
          </a:p>
          <a:p>
            <a:pPr>
              <a:buFont typeface="+mj-lt"/>
              <a:buAutoNum type="arabicPeriod"/>
            </a:pPr>
            <a:r>
              <a:rPr lang="en-US" sz="2000" b="1" dirty="0">
                <a:latin typeface="Arial" panose="020B0604020202020204" pitchFamily="34" charset="0"/>
                <a:cs typeface="Arial" panose="020B0604020202020204" pitchFamily="34" charset="0"/>
              </a:rPr>
              <a:t>Operating Systems</a:t>
            </a:r>
            <a:r>
              <a:rPr lang="en-US" sz="2000" dirty="0">
                <a:latin typeface="Arial" panose="020B0604020202020204" pitchFamily="34" charset="0"/>
                <a:cs typeface="Arial" panose="020B0604020202020204" pitchFamily="34" charset="0"/>
              </a:rPr>
              <a:t>:</a:t>
            </a:r>
          </a:p>
          <a:p>
            <a:pPr marL="742950" lvl="1" indent="-285750">
              <a:buFont typeface="+mj-lt"/>
              <a:buAutoNum type="arabicPeriod"/>
            </a:pPr>
            <a:r>
              <a:rPr lang="en-US" sz="2000" dirty="0">
                <a:latin typeface="Arial" panose="020B0604020202020204" pitchFamily="34" charset="0"/>
                <a:cs typeface="Arial" panose="020B0604020202020204" pitchFamily="34" charset="0"/>
              </a:rPr>
              <a:t>IoT Devices: Lightweight OS like Windows, Mac </a:t>
            </a:r>
            <a:r>
              <a:rPr lang="en-US" sz="2000" dirty="0" err="1">
                <a:latin typeface="Arial" panose="020B0604020202020204" pitchFamily="34" charset="0"/>
                <a:cs typeface="Arial" panose="020B0604020202020204" pitchFamily="34" charset="0"/>
              </a:rPr>
              <a:t>os</a:t>
            </a:r>
            <a:r>
              <a:rPr lang="en-US" sz="2000" dirty="0">
                <a:latin typeface="Arial" panose="020B0604020202020204" pitchFamily="34" charset="0"/>
                <a:cs typeface="Arial" panose="020B0604020202020204" pitchFamily="34" charset="0"/>
              </a:rPr>
              <a:t> or Ubuntu Core.</a:t>
            </a:r>
          </a:p>
          <a:p>
            <a:pPr marL="742950" lvl="1" indent="-285750">
              <a:buFont typeface="+mj-lt"/>
              <a:buAutoNum type="arabicPeriod"/>
            </a:pPr>
            <a:r>
              <a:rPr lang="en-US" sz="2000" dirty="0">
                <a:latin typeface="Arial" panose="020B0604020202020204" pitchFamily="34" charset="0"/>
                <a:cs typeface="Arial" panose="020B0604020202020204" pitchFamily="34" charset="0"/>
              </a:rPr>
              <a:t>Servers: Linux-based distributions like Ubuntu Server or CentOS.</a:t>
            </a:r>
          </a:p>
          <a:p>
            <a:pPr>
              <a:buFont typeface="+mj-lt"/>
              <a:buAutoNum type="arabicPeriod"/>
            </a:pPr>
            <a:r>
              <a:rPr lang="en-US" sz="2000" b="1" dirty="0">
                <a:latin typeface="Arial" panose="020B0604020202020204" pitchFamily="34" charset="0"/>
                <a:cs typeface="Arial" panose="020B0604020202020204" pitchFamily="34" charset="0"/>
              </a:rPr>
              <a:t>Programming Languages</a:t>
            </a:r>
            <a:r>
              <a:rPr lang="en-US" sz="2000" dirty="0">
                <a:latin typeface="Arial" panose="020B0604020202020204" pitchFamily="34" charset="0"/>
                <a:cs typeface="Arial" panose="020B0604020202020204" pitchFamily="34" charset="0"/>
              </a:rPr>
              <a:t>:</a:t>
            </a:r>
          </a:p>
          <a:p>
            <a:pPr marL="742950" lvl="1" indent="-285750">
              <a:buFont typeface="+mj-lt"/>
              <a:buAutoNum type="arabicPeriod"/>
            </a:pPr>
            <a:r>
              <a:rPr lang="en-US" sz="2000" dirty="0">
                <a:latin typeface="Arial" panose="020B0604020202020204" pitchFamily="34" charset="0"/>
                <a:cs typeface="Arial" panose="020B0604020202020204" pitchFamily="34" charset="0"/>
              </a:rPr>
              <a:t>Python: For developing machine learning models and IoT device scripts.</a:t>
            </a:r>
          </a:p>
          <a:p>
            <a:pPr marL="742950" lvl="1" indent="-285750">
              <a:buFont typeface="+mj-lt"/>
              <a:buAutoNum type="arabicPeriod"/>
            </a:pPr>
            <a:r>
              <a:rPr lang="en-US" sz="2000" dirty="0">
                <a:latin typeface="Arial" panose="020B0604020202020204" pitchFamily="34" charset="0"/>
                <a:cs typeface="Arial" panose="020B0604020202020204" pitchFamily="34" charset="0"/>
              </a:rPr>
              <a:t>C/C++: For low-level programming on microcontrollers.</a:t>
            </a:r>
          </a:p>
          <a:p>
            <a:pPr marL="742950" lvl="1" indent="-285750">
              <a:buFont typeface="+mj-lt"/>
              <a:buAutoNum type="arabicPeriod"/>
            </a:pPr>
            <a:endParaRPr lang="en-US" sz="2000" dirty="0">
              <a:latin typeface="Arial" panose="020B0604020202020204" pitchFamily="34" charset="0"/>
              <a:cs typeface="Arial" panose="020B0604020202020204" pitchFamily="34" charset="0"/>
            </a:endParaRPr>
          </a:p>
          <a:p>
            <a:pPr marL="742950" lvl="1" indent="-285750">
              <a:buFont typeface="+mj-lt"/>
              <a:buAutoNum type="arabicPeriod"/>
            </a:pPr>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A757605-5669-4859-91D7-4DEB5FBB9A8A}"/>
              </a:ext>
            </a:extLst>
          </p:cNvPr>
          <p:cNvSpPr>
            <a:spLocks noGrp="1"/>
          </p:cNvSpPr>
          <p:nvPr>
            <p:ph type="sldNum" sz="quarter" idx="10"/>
          </p:nvPr>
        </p:nvSpPr>
        <p:spPr/>
        <p:txBody>
          <a:bodyPr/>
          <a:lstStyle/>
          <a:p>
            <a:pPr>
              <a:defRPr/>
            </a:pPr>
            <a:fld id="{EA9189D0-4D41-48C0-ADC4-93FAE6EBDC44}" type="slidenum">
              <a:rPr lang="en-US" altLang="en-US" smtClean="0"/>
              <a:pPr>
                <a:defRPr/>
              </a:pPr>
              <a:t>19</a:t>
            </a:fld>
            <a:endParaRPr lang="en-US" altLang="en-US"/>
          </a:p>
        </p:txBody>
      </p:sp>
      <p:sp>
        <p:nvSpPr>
          <p:cNvPr id="5" name="Rectangle 1">
            <a:extLst>
              <a:ext uri="{FF2B5EF4-FFF2-40B4-BE49-F238E27FC236}">
                <a16:creationId xmlns:a16="http://schemas.microsoft.com/office/drawing/2014/main" id="{BA02CE8B-2E55-4266-903B-19E31C9CE6F3}"/>
              </a:ext>
            </a:extLst>
          </p:cNvPr>
          <p:cNvSpPr>
            <a:spLocks noChangeArrowheads="1"/>
          </p:cNvSpPr>
          <p:nvPr/>
        </p:nvSpPr>
        <p:spPr bwMode="auto">
          <a:xfrm>
            <a:off x="1007689" y="3555583"/>
            <a:ext cx="1073287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3.Communication Protocols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MQTT, CoAP, or HTTP for data exchange between IoT devices and servers.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4.Alert and Notification Services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     Integration with services like Twilio for SMS notifications or Firebase for push notifications.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5.Security Tools</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     Encryption libraries (e.g., OpenSSL) for securing communication.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     Firewall and IDS software for network security.</a:t>
            </a:r>
          </a:p>
        </p:txBody>
      </p:sp>
    </p:spTree>
    <p:extLst>
      <p:ext uri="{BB962C8B-B14F-4D97-AF65-F5344CB8AC3E}">
        <p14:creationId xmlns:p14="http://schemas.microsoft.com/office/powerpoint/2010/main" val="878145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BA3DD-EC83-9A2E-6FB4-9C316F710480}"/>
              </a:ext>
            </a:extLst>
          </p:cNvPr>
          <p:cNvSpPr>
            <a:spLocks noGrp="1"/>
          </p:cNvSpPr>
          <p:nvPr>
            <p:ph type="title"/>
          </p:nvPr>
        </p:nvSpPr>
        <p:spPr/>
        <p:txBody>
          <a:bodyPr/>
          <a:lstStyle/>
          <a:p>
            <a:r>
              <a:rPr lang="en-IN" dirty="0"/>
              <a:t>Final Output</a:t>
            </a:r>
          </a:p>
        </p:txBody>
      </p:sp>
      <p:pic>
        <p:nvPicPr>
          <p:cNvPr id="6" name="Content Placeholder 5">
            <a:extLst>
              <a:ext uri="{FF2B5EF4-FFF2-40B4-BE49-F238E27FC236}">
                <a16:creationId xmlns:a16="http://schemas.microsoft.com/office/drawing/2014/main" id="{9CED5961-E050-10FD-EC41-6C59660980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39115" y="1090613"/>
            <a:ext cx="7347082" cy="4818062"/>
          </a:xfrm>
        </p:spPr>
      </p:pic>
      <p:sp>
        <p:nvSpPr>
          <p:cNvPr id="4" name="Slide Number Placeholder 3">
            <a:extLst>
              <a:ext uri="{FF2B5EF4-FFF2-40B4-BE49-F238E27FC236}">
                <a16:creationId xmlns:a16="http://schemas.microsoft.com/office/drawing/2014/main" id="{E747D5D1-B216-0144-5470-BD8278F77289}"/>
              </a:ext>
            </a:extLst>
          </p:cNvPr>
          <p:cNvSpPr>
            <a:spLocks noGrp="1"/>
          </p:cNvSpPr>
          <p:nvPr>
            <p:ph type="sldNum" sz="quarter" idx="10"/>
          </p:nvPr>
        </p:nvSpPr>
        <p:spPr/>
        <p:txBody>
          <a:bodyPr/>
          <a:lstStyle/>
          <a:p>
            <a:pPr>
              <a:defRPr/>
            </a:pPr>
            <a:fld id="{EA9189D0-4D41-48C0-ADC4-93FAE6EBDC44}" type="slidenum">
              <a:rPr lang="en-US" altLang="en-US" smtClean="0"/>
              <a:pPr>
                <a:defRPr/>
              </a:pPr>
              <a:t>20</a:t>
            </a:fld>
            <a:endParaRPr lang="en-US" altLang="en-US"/>
          </a:p>
        </p:txBody>
      </p:sp>
    </p:spTree>
    <p:extLst>
      <p:ext uri="{BB962C8B-B14F-4D97-AF65-F5344CB8AC3E}">
        <p14:creationId xmlns:p14="http://schemas.microsoft.com/office/powerpoint/2010/main" val="36429780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00A13-3392-6EBF-59B0-DA6D0FFBAA3E}"/>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784BC3DC-238E-92F3-04DB-FAB57BECD0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09056" y="1090613"/>
            <a:ext cx="5807200" cy="4818062"/>
          </a:xfrm>
        </p:spPr>
      </p:pic>
      <p:sp>
        <p:nvSpPr>
          <p:cNvPr id="4" name="Slide Number Placeholder 3">
            <a:extLst>
              <a:ext uri="{FF2B5EF4-FFF2-40B4-BE49-F238E27FC236}">
                <a16:creationId xmlns:a16="http://schemas.microsoft.com/office/drawing/2014/main" id="{8D7F0750-A105-629F-F3D1-0167934CAFC6}"/>
              </a:ext>
            </a:extLst>
          </p:cNvPr>
          <p:cNvSpPr>
            <a:spLocks noGrp="1"/>
          </p:cNvSpPr>
          <p:nvPr>
            <p:ph type="sldNum" sz="quarter" idx="10"/>
          </p:nvPr>
        </p:nvSpPr>
        <p:spPr/>
        <p:txBody>
          <a:bodyPr/>
          <a:lstStyle/>
          <a:p>
            <a:pPr>
              <a:defRPr/>
            </a:pPr>
            <a:fld id="{EA9189D0-4D41-48C0-ADC4-93FAE6EBDC44}" type="slidenum">
              <a:rPr lang="en-US" altLang="en-US" smtClean="0"/>
              <a:pPr>
                <a:defRPr/>
              </a:pPr>
              <a:t>21</a:t>
            </a:fld>
            <a:endParaRPr lang="en-US" altLang="en-US"/>
          </a:p>
        </p:txBody>
      </p:sp>
    </p:spTree>
    <p:extLst>
      <p:ext uri="{BB962C8B-B14F-4D97-AF65-F5344CB8AC3E}">
        <p14:creationId xmlns:p14="http://schemas.microsoft.com/office/powerpoint/2010/main" val="5355108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0EA2F-7044-48E2-973B-8B8F4D6B742B}"/>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01F05053-C807-4189-85E2-70C5D54184BA}"/>
              </a:ext>
            </a:extLst>
          </p:cNvPr>
          <p:cNvSpPr>
            <a:spLocks noGrp="1"/>
          </p:cNvSpPr>
          <p:nvPr>
            <p:ph idx="1"/>
          </p:nvPr>
        </p:nvSpPr>
        <p:spPr>
          <a:xfrm>
            <a:off x="290513" y="1135856"/>
            <a:ext cx="11623581" cy="4606038"/>
          </a:xfrm>
        </p:spPr>
        <p:txBody>
          <a:bodyPr/>
          <a:lstStyle/>
          <a:p>
            <a:r>
              <a:rPr lang="en-US" sz="2000" dirty="0">
                <a:latin typeface="Arial" panose="020B0604020202020204" pitchFamily="34" charset="0"/>
                <a:cs typeface="Arial" panose="020B0604020202020204" pitchFamily="34" charset="0"/>
              </a:rPr>
              <a:t>    An </a:t>
            </a:r>
            <a:r>
              <a:rPr lang="en-US" sz="2000" b="1" dirty="0">
                <a:latin typeface="Arial" panose="020B0604020202020204" pitchFamily="34" charset="0"/>
                <a:cs typeface="Arial" panose="020B0604020202020204" pitchFamily="34" charset="0"/>
              </a:rPr>
              <a:t>automated intrusion detection and alert system</a:t>
            </a:r>
            <a:r>
              <a:rPr lang="en-US" sz="2000" dirty="0">
                <a:latin typeface="Arial" panose="020B0604020202020204" pitchFamily="34" charset="0"/>
                <a:cs typeface="Arial" panose="020B0604020202020204" pitchFamily="34" charset="0"/>
              </a:rPr>
              <a:t> integrated with </a:t>
            </a:r>
            <a:r>
              <a:rPr lang="en-US" sz="2000" b="1" dirty="0">
                <a:latin typeface="Arial" panose="020B0604020202020204" pitchFamily="34" charset="0"/>
                <a:cs typeface="Arial" panose="020B0604020202020204" pitchFamily="34" charset="0"/>
              </a:rPr>
              <a:t>IoT</a:t>
            </a:r>
            <a:r>
              <a:rPr lang="en-US" sz="2000" dirty="0">
                <a:latin typeface="Arial" panose="020B0604020202020204" pitchFamily="34" charset="0"/>
                <a:cs typeface="Arial" panose="020B0604020202020204" pitchFamily="34" charset="0"/>
              </a:rPr>
              <a:t> and </a:t>
            </a:r>
            <a:r>
              <a:rPr lang="en-US" sz="2000" b="1" dirty="0">
                <a:latin typeface="Arial" panose="020B0604020202020204" pitchFamily="34" charset="0"/>
                <a:cs typeface="Arial" panose="020B0604020202020204" pitchFamily="34" charset="0"/>
              </a:rPr>
              <a:t>machine learning (ML)</a:t>
            </a:r>
            <a:r>
              <a:rPr lang="en-US" sz="2000" dirty="0">
                <a:latin typeface="Arial" panose="020B0604020202020204" pitchFamily="34" charset="0"/>
                <a:cs typeface="Arial" panose="020B0604020202020204" pitchFamily="34" charset="0"/>
              </a:rPr>
              <a:t> provides a powerful solution for securing networks and devices. The system uses IoT sensors and devices for real-time monitoring, detecting anomalies such as unusual network traffic or abnormal device behavior, which may signal a security threat.</a:t>
            </a:r>
          </a:p>
          <a:p>
            <a:r>
              <a:rPr lang="en-US" sz="2000" b="1" dirty="0">
                <a:latin typeface="Arial" panose="020B0604020202020204" pitchFamily="34" charset="0"/>
                <a:cs typeface="Arial" panose="020B0604020202020204" pitchFamily="34" charset="0"/>
              </a:rPr>
              <a:t>   Machine learning</a:t>
            </a:r>
            <a:r>
              <a:rPr lang="en-US" sz="2000" dirty="0">
                <a:latin typeface="Arial" panose="020B0604020202020204" pitchFamily="34" charset="0"/>
                <a:cs typeface="Arial" panose="020B0604020202020204" pitchFamily="34" charset="0"/>
              </a:rPr>
              <a:t> enhances this system by learning from historical data to recognize normal behavior patterns. It can detect new, evolving threats by identifying deviations from the established norm, reducing false positives and increasing detection accuracy over time. This ability to learn and adapt makes the system increasingly effective as it gathers more data.</a:t>
            </a:r>
          </a:p>
          <a:p>
            <a:r>
              <a:rPr lang="en-US" sz="2000" dirty="0">
                <a:latin typeface="Arial" panose="020B0604020202020204" pitchFamily="34" charset="0"/>
                <a:cs typeface="Arial" panose="020B0604020202020204" pitchFamily="34" charset="0"/>
              </a:rPr>
              <a:t>   The system automatically alerts security personnel or administrators upon detecting an intrusion, ensuring rapid response and minimizing damage. Its scalability allows for easy integration of additional IoT devices, making it adaptable to growing networks. Moreover, machine learning algorithms improve over time, making the system smarter and more resilient against emerging threats.</a:t>
            </a:r>
          </a:p>
          <a:p>
            <a:r>
              <a:rPr lang="en-US" sz="2000" dirty="0">
                <a:latin typeface="Arial" panose="020B0604020202020204" pitchFamily="34" charset="0"/>
                <a:cs typeface="Arial" panose="020B0604020202020204" pitchFamily="34" charset="0"/>
              </a:rPr>
              <a:t>   This solution is not only effective but also cost-efficient, as it reduces the need for continuous manual monitoring. Overall, an automated intrusion detection system with IoT and ML provides a dynamic, proactive, and scalable approach to cybersecurity, ensuring robust protection against unauthorized access and malicious activities.</a:t>
            </a:r>
          </a:p>
        </p:txBody>
      </p:sp>
      <p:sp>
        <p:nvSpPr>
          <p:cNvPr id="4" name="Slide Number Placeholder 3">
            <a:extLst>
              <a:ext uri="{FF2B5EF4-FFF2-40B4-BE49-F238E27FC236}">
                <a16:creationId xmlns:a16="http://schemas.microsoft.com/office/drawing/2014/main" id="{05CE4AFA-58AE-4081-976C-F2B629AD3DBB}"/>
              </a:ext>
            </a:extLst>
          </p:cNvPr>
          <p:cNvSpPr>
            <a:spLocks noGrp="1"/>
          </p:cNvSpPr>
          <p:nvPr>
            <p:ph type="sldNum" sz="quarter" idx="10"/>
          </p:nvPr>
        </p:nvSpPr>
        <p:spPr/>
        <p:txBody>
          <a:bodyPr/>
          <a:lstStyle/>
          <a:p>
            <a:pPr>
              <a:defRPr/>
            </a:pPr>
            <a:fld id="{EA9189D0-4D41-48C0-ADC4-93FAE6EBDC44}" type="slidenum">
              <a:rPr lang="en-US" altLang="en-US" smtClean="0"/>
              <a:pPr>
                <a:defRPr/>
              </a:pPr>
              <a:t>22</a:t>
            </a:fld>
            <a:endParaRPr lang="en-US" altLang="en-US"/>
          </a:p>
        </p:txBody>
      </p:sp>
    </p:spTree>
    <p:extLst>
      <p:ext uri="{BB962C8B-B14F-4D97-AF65-F5344CB8AC3E}">
        <p14:creationId xmlns:p14="http://schemas.microsoft.com/office/powerpoint/2010/main" val="4287426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07E1A-236A-4C43-83DE-559147064995}"/>
              </a:ext>
            </a:extLst>
          </p:cNvPr>
          <p:cNvSpPr>
            <a:spLocks noGrp="1"/>
          </p:cNvSpPr>
          <p:nvPr>
            <p:ph type="title"/>
          </p:nvPr>
        </p:nvSpPr>
        <p:spPr/>
        <p:txBody>
          <a:bodyPr/>
          <a:lstStyle/>
          <a:p>
            <a:r>
              <a:rPr lang="en-US" dirty="0"/>
              <a:t>Reference</a:t>
            </a:r>
          </a:p>
        </p:txBody>
      </p:sp>
      <p:sp>
        <p:nvSpPr>
          <p:cNvPr id="3" name="Content Placeholder 2">
            <a:extLst>
              <a:ext uri="{FF2B5EF4-FFF2-40B4-BE49-F238E27FC236}">
                <a16:creationId xmlns:a16="http://schemas.microsoft.com/office/drawing/2014/main" id="{960AC934-585C-4826-B9FF-F275C0D9BE08}"/>
              </a:ext>
            </a:extLst>
          </p:cNvPr>
          <p:cNvSpPr>
            <a:spLocks noGrp="1"/>
          </p:cNvSpPr>
          <p:nvPr>
            <p:ph idx="1"/>
          </p:nvPr>
        </p:nvSpPr>
        <p:spPr/>
        <p:txBody>
          <a:bodyPr/>
          <a:lstStyle/>
          <a:p>
            <a:r>
              <a:rPr lang="en-US" sz="2000" dirty="0">
                <a:latin typeface="Arial" panose="020B0604020202020204" pitchFamily="34" charset="0"/>
                <a:cs typeface="Arial" panose="020B0604020202020204" pitchFamily="34" charset="0"/>
                <a:hlinkClick r:id="rId2"/>
              </a:rPr>
              <a:t>https://doi.org/10.3390/electronics13183601</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hlinkClick r:id="rId3"/>
              </a:rPr>
              <a:t>https://www.mdpi.com/2079-9292/13/18/3601?utm_source=chatgpt.com</a:t>
            </a:r>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27143B6-094E-46FA-9BDC-3905832AC258}"/>
              </a:ext>
            </a:extLst>
          </p:cNvPr>
          <p:cNvSpPr>
            <a:spLocks noGrp="1"/>
          </p:cNvSpPr>
          <p:nvPr>
            <p:ph type="sldNum" sz="quarter" idx="10"/>
          </p:nvPr>
        </p:nvSpPr>
        <p:spPr/>
        <p:txBody>
          <a:bodyPr/>
          <a:lstStyle/>
          <a:p>
            <a:pPr>
              <a:defRPr/>
            </a:pPr>
            <a:fld id="{EA9189D0-4D41-48C0-ADC4-93FAE6EBDC44}" type="slidenum">
              <a:rPr lang="en-US" altLang="en-US" smtClean="0"/>
              <a:pPr>
                <a:defRPr/>
              </a:pPr>
              <a:t>23</a:t>
            </a:fld>
            <a:endParaRPr lang="en-US" altLang="en-US"/>
          </a:p>
        </p:txBody>
      </p:sp>
    </p:spTree>
    <p:extLst>
      <p:ext uri="{BB962C8B-B14F-4D97-AF65-F5344CB8AC3E}">
        <p14:creationId xmlns:p14="http://schemas.microsoft.com/office/powerpoint/2010/main" val="22619591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a:extLst>
              <a:ext uri="{FF2B5EF4-FFF2-40B4-BE49-F238E27FC236}">
                <a16:creationId xmlns:a16="http://schemas.microsoft.com/office/drawing/2014/main" id="{15085805-2650-1C9F-B5E9-53A8D391422F}"/>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90000"/>
              </a:lnSpc>
              <a:spcBef>
                <a:spcPts val="1000"/>
              </a:spcBef>
              <a:buFont typeface="Arial" panose="020B0604020202020204" pitchFamily="34" charset="0"/>
              <a:buChar char="•"/>
              <a:defRPr sz="3200">
                <a:solidFill>
                  <a:schemeClr val="tx1"/>
                </a:solidFill>
                <a:latin typeface="Bookman Old Style" panose="02050604050505020204" pitchFamily="18" charset="0"/>
              </a:defRPr>
            </a:lvl1pPr>
            <a:lvl2pPr marL="742950" indent="-285750" algn="just">
              <a:lnSpc>
                <a:spcPct val="90000"/>
              </a:lnSpc>
              <a:spcBef>
                <a:spcPts val="500"/>
              </a:spcBef>
              <a:buFont typeface="Arial" panose="020B0604020202020204" pitchFamily="34" charset="0"/>
              <a:buChar char="•"/>
              <a:defRPr sz="2800">
                <a:solidFill>
                  <a:schemeClr val="tx1"/>
                </a:solidFill>
                <a:latin typeface="Bookman Old Style" panose="02050604050505020204" pitchFamily="18" charset="0"/>
              </a:defRPr>
            </a:lvl2pPr>
            <a:lvl3pPr marL="1143000" indent="-228600" algn="just">
              <a:lnSpc>
                <a:spcPct val="90000"/>
              </a:lnSpc>
              <a:spcBef>
                <a:spcPts val="500"/>
              </a:spcBef>
              <a:buFont typeface="Arial" panose="020B0604020202020204" pitchFamily="34" charset="0"/>
              <a:buChar char="•"/>
              <a:defRPr sz="2400">
                <a:solidFill>
                  <a:schemeClr val="tx1"/>
                </a:solidFill>
                <a:latin typeface="Bookman Old Style" panose="02050604050505020204" pitchFamily="18" charset="0"/>
              </a:defRPr>
            </a:lvl3pPr>
            <a:lvl4pPr marL="16002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4pPr>
            <a:lvl5pPr marL="20574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5pPr>
            <a:lvl6pPr marL="25146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6pPr>
            <a:lvl7pPr marL="29718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7pPr>
            <a:lvl8pPr marL="34290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8pPr>
            <a:lvl9pPr marL="38862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9pPr>
          </a:lstStyle>
          <a:p>
            <a:pPr algn="r">
              <a:lnSpc>
                <a:spcPct val="100000"/>
              </a:lnSpc>
              <a:spcBef>
                <a:spcPct val="0"/>
              </a:spcBef>
              <a:buFontTx/>
              <a:buNone/>
            </a:pPr>
            <a:fld id="{017138FD-D8C3-4884-9780-01F36B8C02BA}" type="slidenum">
              <a:rPr lang="en-US" altLang="en-US" sz="1400" smtClean="0">
                <a:solidFill>
                  <a:srgbClr val="002060"/>
                </a:solidFill>
              </a:rPr>
              <a:pPr algn="r">
                <a:lnSpc>
                  <a:spcPct val="100000"/>
                </a:lnSpc>
                <a:spcBef>
                  <a:spcPct val="0"/>
                </a:spcBef>
                <a:buFontTx/>
                <a:buNone/>
              </a:pPr>
              <a:t>24</a:t>
            </a:fld>
            <a:endParaRPr lang="en-US" altLang="en-US" sz="1400">
              <a:solidFill>
                <a:srgbClr val="002060"/>
              </a:solidFill>
            </a:endParaRPr>
          </a:p>
        </p:txBody>
      </p:sp>
      <p:sp>
        <p:nvSpPr>
          <p:cNvPr id="30723" name="Title 1">
            <a:extLst>
              <a:ext uri="{FF2B5EF4-FFF2-40B4-BE49-F238E27FC236}">
                <a16:creationId xmlns:a16="http://schemas.microsoft.com/office/drawing/2014/main" id="{A0BAA31A-FD6E-91BF-70CC-0C68493815F6}"/>
              </a:ext>
            </a:extLst>
          </p:cNvPr>
          <p:cNvSpPr>
            <a:spLocks noGrp="1"/>
          </p:cNvSpPr>
          <p:nvPr>
            <p:ph type="title"/>
          </p:nvPr>
        </p:nvSpPr>
        <p:spPr>
          <a:xfrm>
            <a:off x="1128713" y="138113"/>
            <a:ext cx="9451975" cy="595312"/>
          </a:xfrm>
        </p:spPr>
        <p:txBody>
          <a:bodyPr/>
          <a:lstStyle/>
          <a:p>
            <a:r>
              <a:rPr lang="en-US" altLang="en-US"/>
              <a:t>Queries? </a:t>
            </a:r>
          </a:p>
        </p:txBody>
      </p:sp>
      <p:pic>
        <p:nvPicPr>
          <p:cNvPr id="6" name="Picture 5" descr="Q Images – Browse 176,087 Stock Photos, Vectors, and Video ...">
            <a:extLst>
              <a:ext uri="{FF2B5EF4-FFF2-40B4-BE49-F238E27FC236}">
                <a16:creationId xmlns:a16="http://schemas.microsoft.com/office/drawing/2014/main" id="{C0A8FF8B-C7AB-47FE-9CE9-6695B60390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669" y="981868"/>
            <a:ext cx="11904662" cy="512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a:extLst>
              <a:ext uri="{FF2B5EF4-FFF2-40B4-BE49-F238E27FC236}">
                <a16:creationId xmlns:a16="http://schemas.microsoft.com/office/drawing/2014/main" id="{62DBF5AB-4894-0B0F-4E73-00EF4EC89CCB}"/>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lnSpc>
                <a:spcPct val="90000"/>
              </a:lnSpc>
              <a:spcBef>
                <a:spcPts val="1000"/>
              </a:spcBef>
              <a:buFont typeface="Arial" panose="020B0604020202020204" pitchFamily="34" charset="0"/>
              <a:buChar char="•"/>
              <a:defRPr sz="3200">
                <a:solidFill>
                  <a:schemeClr val="tx1"/>
                </a:solidFill>
                <a:latin typeface="Bookman Old Style" panose="02050604050505020204" pitchFamily="18" charset="0"/>
              </a:defRPr>
            </a:lvl1pPr>
            <a:lvl2pPr marL="742950" indent="-285750" algn="just">
              <a:lnSpc>
                <a:spcPct val="90000"/>
              </a:lnSpc>
              <a:spcBef>
                <a:spcPts val="500"/>
              </a:spcBef>
              <a:buFont typeface="Arial" panose="020B0604020202020204" pitchFamily="34" charset="0"/>
              <a:buChar char="•"/>
              <a:defRPr sz="2800">
                <a:solidFill>
                  <a:schemeClr val="tx1"/>
                </a:solidFill>
                <a:latin typeface="Bookman Old Style" panose="02050604050505020204" pitchFamily="18" charset="0"/>
              </a:defRPr>
            </a:lvl2pPr>
            <a:lvl3pPr marL="1143000" indent="-228600" algn="just">
              <a:lnSpc>
                <a:spcPct val="90000"/>
              </a:lnSpc>
              <a:spcBef>
                <a:spcPts val="500"/>
              </a:spcBef>
              <a:buFont typeface="Arial" panose="020B0604020202020204" pitchFamily="34" charset="0"/>
              <a:buChar char="•"/>
              <a:defRPr sz="2400">
                <a:solidFill>
                  <a:schemeClr val="tx1"/>
                </a:solidFill>
                <a:latin typeface="Bookman Old Style" panose="02050604050505020204" pitchFamily="18" charset="0"/>
              </a:defRPr>
            </a:lvl3pPr>
            <a:lvl4pPr marL="16002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4pPr>
            <a:lvl5pPr marL="2057400" indent="-228600" algn="just">
              <a:lnSpc>
                <a:spcPct val="90000"/>
              </a:lnSpc>
              <a:spcBef>
                <a:spcPts val="500"/>
              </a:spcBef>
              <a:buFont typeface="Arial" panose="020B0604020202020204" pitchFamily="34" charset="0"/>
              <a:buChar char="•"/>
              <a:defRPr sz="2000">
                <a:solidFill>
                  <a:schemeClr val="tx1"/>
                </a:solidFill>
                <a:latin typeface="Bookman Old Style" panose="02050604050505020204" pitchFamily="18" charset="0"/>
              </a:defRPr>
            </a:lvl5pPr>
            <a:lvl6pPr marL="25146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6pPr>
            <a:lvl7pPr marL="29718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7pPr>
            <a:lvl8pPr marL="34290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8pPr>
            <a:lvl9pPr marL="3886200" indent="-228600" algn="just"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Bookman Old Style" panose="02050604050505020204" pitchFamily="18" charset="0"/>
              </a:defRPr>
            </a:lvl9pPr>
          </a:lstStyle>
          <a:p>
            <a:pPr algn="r">
              <a:lnSpc>
                <a:spcPct val="100000"/>
              </a:lnSpc>
              <a:spcBef>
                <a:spcPct val="0"/>
              </a:spcBef>
              <a:buFontTx/>
              <a:buNone/>
            </a:pPr>
            <a:fld id="{52E0A013-594E-41FC-AF13-5C1AEB92D7A1}" type="slidenum">
              <a:rPr lang="en-US" altLang="en-US" sz="1400" smtClean="0">
                <a:solidFill>
                  <a:srgbClr val="002060"/>
                </a:solidFill>
              </a:rPr>
              <a:pPr algn="r">
                <a:lnSpc>
                  <a:spcPct val="100000"/>
                </a:lnSpc>
                <a:spcBef>
                  <a:spcPct val="0"/>
                </a:spcBef>
                <a:buFontTx/>
                <a:buNone/>
              </a:pPr>
              <a:t>25</a:t>
            </a:fld>
            <a:endParaRPr lang="en-US" altLang="en-US" sz="1400">
              <a:solidFill>
                <a:srgbClr val="002060"/>
              </a:solidFill>
            </a:endParaRPr>
          </a:p>
        </p:txBody>
      </p:sp>
      <p:pic>
        <p:nvPicPr>
          <p:cNvPr id="31747" name="Picture 10" descr="Image result for thank you images">
            <a:extLst>
              <a:ext uri="{FF2B5EF4-FFF2-40B4-BE49-F238E27FC236}">
                <a16:creationId xmlns:a16="http://schemas.microsoft.com/office/drawing/2014/main" id="{7E75C5D0-659F-DE88-552C-F9089E90C6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hinni's">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7109</TotalTime>
  <Words>1649</Words>
  <Application>Microsoft Office PowerPoint</Application>
  <PresentationFormat>Widescreen</PresentationFormat>
  <Paragraphs>190</Paragraphs>
  <Slides>25</Slides>
  <Notes>4</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25</vt:i4>
      </vt:variant>
    </vt:vector>
  </HeadingPairs>
  <TitlesOfParts>
    <vt:vector size="35" baseType="lpstr">
      <vt:lpstr>Aptos</vt:lpstr>
      <vt:lpstr>Aptos Display</vt:lpstr>
      <vt:lpstr>Arial</vt:lpstr>
      <vt:lpstr>Bookman Old Style</vt:lpstr>
      <vt:lpstr>Calibri</vt:lpstr>
      <vt:lpstr>Cambria</vt:lpstr>
      <vt:lpstr>Graphik</vt:lpstr>
      <vt:lpstr>Times New Roman</vt:lpstr>
      <vt:lpstr>Office Theme</vt:lpstr>
      <vt:lpstr>Custom Design</vt:lpstr>
      <vt:lpstr>PowerPoint Presentation</vt:lpstr>
      <vt:lpstr>Team Details</vt:lpstr>
      <vt:lpstr>Theme</vt:lpstr>
      <vt:lpstr>Abstract     </vt:lpstr>
      <vt:lpstr> Objective</vt:lpstr>
      <vt:lpstr> Literature Survey</vt:lpstr>
      <vt:lpstr>Existing System and Drawback </vt:lpstr>
      <vt:lpstr>Drawbacks</vt:lpstr>
      <vt:lpstr>Proposed solution</vt:lpstr>
      <vt:lpstr>PowerPoint Presentation</vt:lpstr>
      <vt:lpstr>SYSTEM ARCHITECTURE</vt:lpstr>
      <vt:lpstr>UseCase Diagram</vt:lpstr>
      <vt:lpstr>ACTIVITY DIAGRAM</vt:lpstr>
      <vt:lpstr>Sequence Diagram</vt:lpstr>
      <vt:lpstr>RESULTS</vt:lpstr>
      <vt:lpstr>PowerPoint Presentation</vt:lpstr>
      <vt:lpstr>PowerPoint Presentation</vt:lpstr>
      <vt:lpstr>HARDWARE &amp; SOFTWARE REQUIREMENTS</vt:lpstr>
      <vt:lpstr>Software Requirements</vt:lpstr>
      <vt:lpstr>Final Output</vt:lpstr>
      <vt:lpstr>PowerPoint Presentation</vt:lpstr>
      <vt:lpstr>Conclusion</vt:lpstr>
      <vt:lpstr>Reference</vt:lpstr>
      <vt:lpstr>Queries?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 Uday Kiran</dc:creator>
  <cp:lastModifiedBy>naresh bista</cp:lastModifiedBy>
  <cp:revision>432</cp:revision>
  <cp:lastPrinted>2022-10-20T12:28:10Z</cp:lastPrinted>
  <dcterms:created xsi:type="dcterms:W3CDTF">2022-01-24T13:25:03Z</dcterms:created>
  <dcterms:modified xsi:type="dcterms:W3CDTF">2025-05-02T08:17:53Z</dcterms:modified>
</cp:coreProperties>
</file>